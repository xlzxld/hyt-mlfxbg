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21"/>
  </p:handoutMasterIdLst>
  <p:sldIdLst>
    <p:sldId id="436" r:id="rId3"/>
    <p:sldId id="305" r:id="rId5"/>
    <p:sldId id="583" r:id="rId6"/>
    <p:sldId id="334" r:id="rId7"/>
    <p:sldId id="314" r:id="rId8"/>
    <p:sldId id="582" r:id="rId9"/>
    <p:sldId id="337" r:id="rId10"/>
    <p:sldId id="315" r:id="rId11"/>
    <p:sldId id="298" r:id="rId12"/>
    <p:sldId id="403" r:id="rId13"/>
    <p:sldId id="322" r:id="rId14"/>
    <p:sldId id="446" r:id="rId15"/>
    <p:sldId id="559" r:id="rId16"/>
    <p:sldId id="579" r:id="rId17"/>
    <p:sldId id="558" r:id="rId18"/>
    <p:sldId id="441" r:id="rId19"/>
    <p:sldId id="524" r:id="rId20"/>
  </p:sldIdLst>
  <p:sldSz cx="9144000" cy="6858000" type="screen4x3"/>
  <p:notesSz cx="10234930" cy="7099300"/>
  <p:custDataLst>
    <p:tags r:id="rId25"/>
  </p:custDataLst>
  <p:defaultTextStyle>
    <a:defPPr>
      <a:defRPr lang="en-US"/>
    </a:defPPr>
    <a:lvl1pPr marL="0" lvl="0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sng" kern="1200" baseline="0">
        <a:solidFill>
          <a:schemeClr val="tx2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457200" lvl="1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sng" kern="1200" baseline="0">
        <a:solidFill>
          <a:schemeClr val="tx2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914400" lvl="2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sng" kern="1200" baseline="0">
        <a:solidFill>
          <a:schemeClr val="tx2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371600" lvl="3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sng" kern="1200" baseline="0">
        <a:solidFill>
          <a:schemeClr val="tx2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828800" lvl="4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sng" kern="1200" baseline="0">
        <a:solidFill>
          <a:schemeClr val="tx2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2286000" lvl="5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sng" kern="1200" baseline="0">
        <a:solidFill>
          <a:schemeClr val="tx2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6pPr>
    <a:lvl7pPr marL="2743200" lvl="6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sng" kern="1200" baseline="0">
        <a:solidFill>
          <a:schemeClr val="tx2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7pPr>
    <a:lvl8pPr marL="3200400" lvl="7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sng" kern="1200" baseline="0">
        <a:solidFill>
          <a:schemeClr val="tx2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8pPr>
    <a:lvl9pPr marL="3657600" lvl="8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sng" kern="1200" baseline="0">
        <a:solidFill>
          <a:schemeClr val="tx2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2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2FDB2607-1784-4EEB-B798-7EB5836EED8A}">
        <p14:showMediaCtrls xmlns:p14="http://schemas.microsoft.com/office/powerpoint/2010/main" val="1"/>
      </p:ext>
    </p:extLst>
  </p:showPr>
  <p:clrMru>
    <a:srgbClr val="016AB2"/>
    <a:srgbClr val="006BB6"/>
    <a:srgbClr val="1F497D"/>
    <a:srgbClr val="E9EDF4"/>
    <a:srgbClr val="0000FF"/>
    <a:srgbClr val="FF3300"/>
    <a:srgbClr val="7790B1"/>
    <a:srgbClr val="FF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8234"/>
    <p:restoredTop sz="96469"/>
  </p:normalViewPr>
  <p:slideViewPr>
    <p:cSldViewPr showGuides="1">
      <p:cViewPr varScale="1">
        <p:scale>
          <a:sx n="109" d="100"/>
          <a:sy n="109" d="100"/>
        </p:scale>
        <p:origin x="-1674" y="-84"/>
      </p:cViewPr>
      <p:guideLst>
        <p:guide orient="horz" pos="2160"/>
        <p:guide pos="2822"/>
      </p:guideLst>
    </p:cSldViewPr>
  </p:slideViewPr>
  <p:outlineViewPr>
    <p:cViewPr>
      <p:scale>
        <a:sx n="25" d="100"/>
        <a:sy n="25" d="100"/>
      </p:scale>
      <p:origin x="0" y="-126"/>
    </p:cViewPr>
  </p:outlineViewPr>
  <p:notesTextViewPr>
    <p:cViewPr>
      <p:scale>
        <a:sx n="100" d="100"/>
        <a:sy n="100" d="100"/>
      </p:scale>
      <p:origin x="0" y="0"/>
    </p:cViewPr>
  </p:notesTextViewPr>
  <p:sorterViewPr showFormatting="0">
    <p:cViewPr>
      <p:scale>
        <a:sx n="66" d="100"/>
        <a:sy n="66" d="100"/>
      </p:scale>
      <p:origin x="0" y="0"/>
    </p:cViewPr>
  </p:sorterViewPr>
  <p:gridSpacing cx="72005" cy="72005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5" Type="http://schemas.openxmlformats.org/officeDocument/2006/relationships/tags" Target="tags/tag3.xml"/><Relationship Id="rId24" Type="http://schemas.openxmlformats.org/officeDocument/2006/relationships/tableStyles" Target="tableStyles.xml"/><Relationship Id="rId23" Type="http://schemas.openxmlformats.org/officeDocument/2006/relationships/viewProps" Target="viewProps.xml"/><Relationship Id="rId22" Type="http://schemas.openxmlformats.org/officeDocument/2006/relationships/presProps" Target="presProps.xml"/><Relationship Id="rId21" Type="http://schemas.openxmlformats.org/officeDocument/2006/relationships/handoutMaster" Target="handoutMasters/handoutMaster1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21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4435475" cy="35401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6633" tIns="48317" rIns="96633" bIns="48317" numCol="1" anchor="t" anchorCtr="0" compatLnSpc="1"/>
          <a:lstStyle>
            <a:lvl1pPr algn="l" defTabSz="967105" eaLnBrk="1" hangingPunct="1">
              <a:defRPr sz="1300" b="0" u="none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</a:lstStyle>
          <a:p>
            <a:pPr marL="0" marR="0" lvl="0" indent="0" algn="l" defTabSz="96710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5799138" y="0"/>
            <a:ext cx="4435475" cy="35401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6633" tIns="48317" rIns="96633" bIns="48317" numCol="1" anchor="t" anchorCtr="0" compatLnSpc="1"/>
          <a:lstStyle>
            <a:lvl1pPr algn="r" defTabSz="967105" eaLnBrk="1" hangingPunct="1">
              <a:defRPr sz="1300" b="0" u="none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</a:lstStyle>
          <a:p>
            <a:pPr marL="0" marR="0" lvl="0" indent="0" algn="r" defTabSz="96710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922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6745288"/>
            <a:ext cx="4435475" cy="35401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6633" tIns="48317" rIns="96633" bIns="48317" numCol="1" anchor="b" anchorCtr="0" compatLnSpc="1"/>
          <a:lstStyle>
            <a:lvl1pPr algn="l" defTabSz="967105" eaLnBrk="1" hangingPunct="1">
              <a:defRPr sz="1300" b="0" u="none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</a:lstStyle>
          <a:p>
            <a:pPr marL="0" marR="0" lvl="0" indent="0" algn="l" defTabSz="96710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922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5799138" y="6745288"/>
            <a:ext cx="4435475" cy="35401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6633" tIns="48317" rIns="96633" bIns="48317" numCol="1" anchor="b" anchorCtr="0" compatLnSpc="1"/>
          <a:lstStyle>
            <a:lvl1pPr algn="r" defTabSz="967105">
              <a:defRPr sz="1300" u="none" noProof="1" dirty="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</a:lstStyle>
          <a:p>
            <a:pPr marL="0" marR="0" lvl="0" indent="0" algn="r" defTabSz="96710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78E30BF9-01D1-4E97-8537-3AC23DD293E4}" type="slidenum">
              <a:rPr kumimoji="0" lang="zh-CN" altLang="en-US" sz="1300" b="0" i="0" u="none" strike="noStrike" kern="1200" cap="none" spc="0" normalizeH="0" baseline="0" noProof="1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</a:fld>
            <a:endParaRPr kumimoji="0" lang="zh-CN" altLang="en-US" sz="1300" b="0" i="0" u="none" strike="noStrike" kern="1200" cap="none" spc="0" normalizeH="0" baseline="0" noProof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4435475" cy="35401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6633" tIns="48317" rIns="96633" bIns="48317" numCol="1" anchor="t" anchorCtr="0" compatLnSpc="1"/>
          <a:lstStyle>
            <a:lvl1pPr algn="l" defTabSz="967105" eaLnBrk="1" hangingPunct="1">
              <a:defRPr sz="1300" b="0" u="none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</a:lstStyle>
          <a:p>
            <a:pPr marL="0" marR="0" lvl="0" indent="0" algn="l" defTabSz="96710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799138" y="0"/>
            <a:ext cx="4435475" cy="35401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6633" tIns="48317" rIns="96633" bIns="48317" numCol="1" anchor="t" anchorCtr="0" compatLnSpc="1"/>
          <a:lstStyle>
            <a:lvl1pPr algn="r" defTabSz="967105" eaLnBrk="1" hangingPunct="1">
              <a:defRPr sz="1300" b="0" u="none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</a:lstStyle>
          <a:p>
            <a:pPr marL="0" marR="0" lvl="0" indent="0" algn="r" defTabSz="96710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363663" y="3371850"/>
            <a:ext cx="7507288" cy="319405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6633" tIns="48317" rIns="96633" bIns="48317" numCol="1" anchor="t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Click to edit Master text styles</a:t>
            </a: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Second level</a:t>
            </a: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Third level</a:t>
            </a: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Fourth level</a:t>
            </a: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Fifth level</a:t>
            </a: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6745288"/>
            <a:ext cx="4435475" cy="35401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6633" tIns="48317" rIns="96633" bIns="48317" numCol="1" anchor="b" anchorCtr="0" compatLnSpc="1"/>
          <a:lstStyle>
            <a:lvl1pPr algn="l" defTabSz="967105" eaLnBrk="1" hangingPunct="1">
              <a:defRPr sz="1300" b="0" u="none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</a:lstStyle>
          <a:p>
            <a:pPr marL="0" marR="0" lvl="0" indent="0" algn="l" defTabSz="96710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41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799138" y="6745288"/>
            <a:ext cx="4435475" cy="35401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6633" tIns="48317" rIns="96633" bIns="48317" numCol="1" anchor="b" anchorCtr="0" compatLnSpc="1"/>
          <a:lstStyle>
            <a:lvl1pPr algn="r" defTabSz="967105">
              <a:defRPr sz="1300" u="none" noProof="1" dirty="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</a:lstStyle>
          <a:p>
            <a:pPr marL="0" marR="0" lvl="0" indent="0" algn="r" defTabSz="96710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6F9AAB80-F103-4E0E-96DC-A9FFC5AB6EFF}" type="slidenum">
              <a:rPr kumimoji="0" lang="zh-CN" altLang="en-US" sz="1300" b="0" i="0" u="none" strike="noStrike" kern="1200" cap="none" spc="0" normalizeH="0" baseline="0" noProof="1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</a:fld>
            <a:endParaRPr kumimoji="0" lang="zh-CN" altLang="en-US" sz="1300" b="0" i="0" u="none" strike="noStrike" kern="1200" cap="none" spc="0" normalizeH="0" baseline="0" noProof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121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5122" name="备注占位符 2"/>
          <p:cNvSpPr>
            <a:spLocks noGrp="1"/>
          </p:cNvSpPr>
          <p:nvPr>
            <p:ph type="body"/>
          </p:nvPr>
        </p:nvSpPr>
        <p:spPr>
          <a:xfrm>
            <a:off x="679450" y="4714875"/>
            <a:ext cx="5438775" cy="4467225"/>
          </a:xfrm>
        </p:spPr>
        <p:txBody>
          <a:bodyPr wrap="square" lIns="96633" tIns="48317" rIns="96633" bIns="48317" anchor="t" anchorCtr="0"/>
          <a:p>
            <a:pPr lvl="0"/>
            <a:endParaRPr lang="zh-CN" altLang="en-US" dirty="0"/>
          </a:p>
        </p:txBody>
      </p:sp>
      <p:sp>
        <p:nvSpPr>
          <p:cNvPr id="5123" name="日期占位符 3"/>
          <p:cNvSpPr txBox="1">
            <a:spLocks noGrp="1"/>
          </p:cNvSpPr>
          <p:nvPr>
            <p:ph type="dt" sz="half"/>
          </p:nvPr>
        </p:nvSpPr>
        <p:spPr>
          <a:xfrm>
            <a:off x="5799138" y="0"/>
            <a:ext cx="4435475" cy="354013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6633" tIns="48317" rIns="96633" bIns="48317" anchor="t" anchorCtr="0"/>
          <a:p>
            <a:pPr lvl="0" algn="r" defTabSz="967105"/>
            <a:fld id="{BB962C8B-B14F-4D97-AF65-F5344CB8AC3E}" type="datetime1">
              <a:rPr lang="zh-CN" altLang="en-US" sz="1300" u="none" dirty="0">
                <a:solidFill>
                  <a:schemeClr val="tx1"/>
                </a:solidFill>
                <a:latin typeface="Times New Roman" panose="02020603050405020304" pitchFamily="18" charset="0"/>
              </a:rPr>
            </a:fld>
            <a:endParaRPr lang="zh-CN" altLang="en-US" sz="1300" u="none" dirty="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5124" name="灯片编号占位符 4"/>
          <p:cNvSpPr txBox="1">
            <a:spLocks noGrp="1"/>
          </p:cNvSpPr>
          <p:nvPr>
            <p:ph type="sldNum" sz="quarter"/>
          </p:nvPr>
        </p:nvSpPr>
        <p:spPr>
          <a:xfrm>
            <a:off x="5799138" y="6745288"/>
            <a:ext cx="4435475" cy="354012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6633" tIns="48317" rIns="96633" bIns="48317" anchor="b" anchorCtr="0"/>
          <a:p>
            <a:pPr lvl="0" algn="r" defTabSz="967105"/>
            <a:fld id="{9A0DB2DC-4C9A-4742-B13C-FB6460FD3503}" type="slidenum">
              <a:rPr lang="en-US" altLang="en-US" sz="1300" u="none" dirty="0">
                <a:solidFill>
                  <a:schemeClr val="tx1"/>
                </a:solidFill>
                <a:latin typeface="Times New Roman" panose="02020603050405020304" pitchFamily="18" charset="0"/>
              </a:rPr>
            </a:fld>
            <a:endParaRPr lang="en-US" altLang="en-US" sz="1300" u="none" dirty="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2289" name="文本占位符 1"/>
          <p:cNvSpPr>
            <a:spLocks noGrp="1"/>
          </p:cNvSpPr>
          <p:nvPr>
            <p:ph type="body"/>
          </p:nvPr>
        </p:nvSpPr>
        <p:spPr>
          <a:xfrm>
            <a:off x="1363663" y="3371850"/>
            <a:ext cx="7507287" cy="3194050"/>
          </a:xfrm>
        </p:spPr>
        <p:txBody>
          <a:bodyPr wrap="square" lIns="96633" tIns="48317" rIns="96633" bIns="48317" anchor="t" anchorCtr="0"/>
          <a:p>
            <a:pPr lvl="0"/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2289" name="文本占位符 1"/>
          <p:cNvSpPr>
            <a:spLocks noGrp="1"/>
          </p:cNvSpPr>
          <p:nvPr>
            <p:ph type="body"/>
          </p:nvPr>
        </p:nvSpPr>
        <p:spPr>
          <a:xfrm>
            <a:off x="1363663" y="3371850"/>
            <a:ext cx="7507287" cy="3194050"/>
          </a:xfrm>
        </p:spPr>
        <p:txBody>
          <a:bodyPr wrap="square" lIns="96633" tIns="48317" rIns="96633" bIns="48317" anchor="t" anchorCtr="0"/>
          <a:p>
            <a:pPr lvl="0"/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6385" name="文本占位符 1"/>
          <p:cNvSpPr>
            <a:spLocks noGrp="1"/>
          </p:cNvSpPr>
          <p:nvPr>
            <p:ph type="body"/>
          </p:nvPr>
        </p:nvSpPr>
        <p:spPr>
          <a:xfrm>
            <a:off x="1363663" y="3371850"/>
            <a:ext cx="7507287" cy="3194050"/>
          </a:xfrm>
        </p:spPr>
        <p:txBody>
          <a:bodyPr wrap="square" lIns="96633" tIns="48317" rIns="96633" bIns="48317" anchor="t" anchorCtr="0"/>
          <a:p>
            <a:pPr lvl="0"/>
            <a:endParaRPr lang="zh-CN" altLang="en-US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4577" name="文本占位符 1"/>
          <p:cNvSpPr>
            <a:spLocks noGrp="1"/>
          </p:cNvSpPr>
          <p:nvPr>
            <p:ph type="body"/>
          </p:nvPr>
        </p:nvSpPr>
        <p:spPr>
          <a:xfrm>
            <a:off x="1363663" y="3371850"/>
            <a:ext cx="7507287" cy="3194050"/>
          </a:xfrm>
        </p:spPr>
        <p:txBody>
          <a:bodyPr wrap="square" lIns="96633" tIns="48317" rIns="96633" bIns="48317" anchor="t" anchorCtr="0"/>
          <a:p>
            <a:pPr lvl="0"/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7649" name="文本占位符 1"/>
          <p:cNvSpPr>
            <a:spLocks noGrp="1"/>
          </p:cNvSpPr>
          <p:nvPr>
            <p:ph type="body"/>
          </p:nvPr>
        </p:nvSpPr>
        <p:spPr>
          <a:xfrm>
            <a:off x="1363663" y="3371850"/>
            <a:ext cx="7507287" cy="3194050"/>
          </a:xfrm>
        </p:spPr>
        <p:txBody>
          <a:bodyPr wrap="square" lIns="96633" tIns="48317" rIns="96633" bIns="48317" anchor="t" anchorCtr="0"/>
          <a:p>
            <a:pPr lvl="0"/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9697" name="文本占位符 1"/>
          <p:cNvSpPr>
            <a:spLocks noGrp="1"/>
          </p:cNvSpPr>
          <p:nvPr>
            <p:ph type="body"/>
          </p:nvPr>
        </p:nvSpPr>
        <p:spPr>
          <a:xfrm>
            <a:off x="1363663" y="3371850"/>
            <a:ext cx="7507287" cy="3194050"/>
          </a:xfrm>
        </p:spPr>
        <p:txBody>
          <a:bodyPr wrap="square" lIns="96633" tIns="48317" rIns="96633" bIns="48317" anchor="t" anchorCtr="0"/>
          <a:p>
            <a:pPr lvl="0"/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1745" name="文本占位符 1"/>
          <p:cNvSpPr>
            <a:spLocks noGrp="1"/>
          </p:cNvSpPr>
          <p:nvPr>
            <p:ph type="body"/>
          </p:nvPr>
        </p:nvSpPr>
        <p:spPr>
          <a:xfrm>
            <a:off x="1363663" y="3371850"/>
            <a:ext cx="7507287" cy="3194050"/>
          </a:xfrm>
        </p:spPr>
        <p:txBody>
          <a:bodyPr wrap="square" lIns="96633" tIns="48317" rIns="96633" bIns="48317" anchor="t" anchorCtr="0"/>
          <a:p>
            <a:pPr lvl="0"/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3793" name="文本占位符 1"/>
          <p:cNvSpPr>
            <a:spLocks noGrp="1"/>
          </p:cNvSpPr>
          <p:nvPr>
            <p:ph type="body"/>
          </p:nvPr>
        </p:nvSpPr>
        <p:spPr>
          <a:xfrm>
            <a:off x="1363663" y="3371850"/>
            <a:ext cx="7507287" cy="3194050"/>
          </a:xfrm>
        </p:spPr>
        <p:txBody>
          <a:bodyPr wrap="square" lIns="96633" tIns="48317" rIns="96633" bIns="48317" anchor="t" anchorCtr="0"/>
          <a:p>
            <a:pPr lvl="0"/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8913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38914" name="备注占位符 2"/>
          <p:cNvSpPr>
            <a:spLocks noGrp="1"/>
          </p:cNvSpPr>
          <p:nvPr>
            <p:ph type="body"/>
          </p:nvPr>
        </p:nvSpPr>
        <p:spPr>
          <a:xfrm>
            <a:off x="1363663" y="3371850"/>
            <a:ext cx="7507287" cy="3194050"/>
          </a:xfrm>
        </p:spPr>
        <p:txBody>
          <a:bodyPr wrap="square" lIns="96633" tIns="48317" rIns="96633" bIns="48317" anchor="t" anchorCtr="0"/>
          <a:p>
            <a:pPr lvl="0"/>
            <a:endParaRPr lang="zh-CN" altLang="en-US" dirty="0"/>
          </a:p>
        </p:txBody>
      </p:sp>
      <p:sp>
        <p:nvSpPr>
          <p:cNvPr id="38915" name="灯片编号占位符 3"/>
          <p:cNvSpPr txBox="1">
            <a:spLocks noGrp="1"/>
          </p:cNvSpPr>
          <p:nvPr>
            <p:ph type="sldNum" sz="quarter"/>
          </p:nvPr>
        </p:nvSpPr>
        <p:spPr>
          <a:xfrm>
            <a:off x="5799138" y="6745288"/>
            <a:ext cx="4435475" cy="354012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6633" tIns="48317" rIns="96633" bIns="48317" anchor="b" anchorCtr="0"/>
          <a:p>
            <a:pPr lvl="0" algn="r" defTabSz="967105"/>
            <a:fld id="{9A0DB2DC-4C9A-4742-B13C-FB6460FD3503}" type="slidenum">
              <a:rPr lang="en-US" altLang="en-US" sz="1300" u="none" dirty="0">
                <a:solidFill>
                  <a:schemeClr val="tx1"/>
                </a:solidFill>
                <a:latin typeface="Times New Roman" panose="02020603050405020304" pitchFamily="18" charset="0"/>
              </a:rPr>
            </a:fld>
            <a:endParaRPr lang="en-US" altLang="en-US" sz="1300" u="none" dirty="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38916" name="日期占位符 4"/>
          <p:cNvSpPr txBox="1">
            <a:spLocks noGrp="1"/>
          </p:cNvSpPr>
          <p:nvPr>
            <p:ph type="dt" sz="half"/>
          </p:nvPr>
        </p:nvSpPr>
        <p:spPr>
          <a:xfrm>
            <a:off x="5799138" y="0"/>
            <a:ext cx="4435475" cy="354013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6633" tIns="48317" rIns="96633" bIns="48317" anchor="t" anchorCtr="0"/>
          <a:p>
            <a:pPr lvl="0" algn="r" defTabSz="967105"/>
            <a:fld id="{BB962C8B-B14F-4D97-AF65-F5344CB8AC3E}" type="datetime1">
              <a:rPr lang="zh-CN" altLang="en-US" sz="1300" u="none" dirty="0">
                <a:solidFill>
                  <a:schemeClr val="tx1"/>
                </a:solidFill>
                <a:latin typeface="Times New Roman" panose="02020603050405020304" pitchFamily="18" charset="0"/>
              </a:rPr>
            </a:fld>
            <a:endParaRPr lang="zh-CN" altLang="en-US" sz="1300" u="none" dirty="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  <a:endParaRPr lang="zh-CN" altLang="en-US" strike="noStrike" noProof="1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E90FB5A0-9BDD-467A-B307-AB2E233BA846}" type="datetimeFigureOut">
              <a:rPr kumimoji="0" lang="zh-CN" altLang="en-US" sz="1200" b="0" i="0" u="sng" strike="noStrike" kern="1200" cap="none" spc="0" normalizeH="0" baseline="0" noProof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zh-CN" altLang="en-US" sz="1200" b="0" i="0" u="sng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sng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51118AA-59B1-4C15-AE78-E04E873A300A}" type="slidenum">
              <a:rPr kumimoji="0" lang="zh-CN" altLang="en-US" sz="1200" b="0" i="0" u="sng" strike="noStrike" kern="1200" cap="none" spc="0" normalizeH="0" baseline="0" noProof="1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zh-CN" altLang="en-US" sz="1200" b="0" i="0" u="sng" strike="noStrike" kern="1200" cap="none" spc="0" normalizeH="0" baseline="0" noProof="1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  <a:endParaRPr lang="zh-CN" altLang="en-US" strike="noStrike" noProof="1"/>
          </a:p>
          <a:p>
            <a:pPr lvl="1" fontAlgn="base"/>
            <a:r>
              <a:rPr lang="zh-CN" altLang="en-US" strike="noStrike" noProof="1"/>
              <a:t>第二级</a:t>
            </a:r>
            <a:endParaRPr lang="zh-CN" altLang="en-US" strike="noStrike" noProof="1"/>
          </a:p>
          <a:p>
            <a:pPr lvl="2" fontAlgn="base"/>
            <a:r>
              <a:rPr lang="zh-CN" altLang="en-US" strike="noStrike" noProof="1"/>
              <a:t>第三级</a:t>
            </a:r>
            <a:endParaRPr lang="zh-CN" altLang="en-US" strike="noStrike" noProof="1"/>
          </a:p>
          <a:p>
            <a:pPr lvl="3" fontAlgn="base"/>
            <a:r>
              <a:rPr lang="zh-CN" altLang="en-US" strike="noStrike" noProof="1"/>
              <a:t>第四级</a:t>
            </a:r>
            <a:endParaRPr lang="zh-CN" altLang="en-US" strike="noStrike" noProof="1"/>
          </a:p>
          <a:p>
            <a:pPr lvl="4" fontAlgn="base"/>
            <a:r>
              <a:rPr lang="zh-CN" altLang="en-US" strike="noStrike" noProof="1"/>
              <a:t>第五级</a:t>
            </a:r>
            <a:endParaRPr lang="zh-CN" altLang="en-US" strike="noStrike" noProof="1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E90FB5A0-9BDD-467A-B307-AB2E233BA846}" type="datetimeFigureOut">
              <a:rPr kumimoji="0" lang="zh-CN" altLang="en-US" sz="1200" b="0" i="0" u="sng" strike="noStrike" kern="1200" cap="none" spc="0" normalizeH="0" baseline="0" noProof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zh-CN" altLang="en-US" sz="1200" b="0" i="0" u="sng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sng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51118AA-59B1-4C15-AE78-E04E873A300A}" type="slidenum">
              <a:rPr kumimoji="0" lang="zh-CN" altLang="en-US" sz="1200" b="0" i="0" u="sng" strike="noStrike" kern="1200" cap="none" spc="0" normalizeH="0" baseline="0" noProof="1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zh-CN" altLang="en-US" sz="1200" b="0" i="0" u="sng" strike="noStrike" kern="1200" cap="none" spc="0" normalizeH="0" baseline="0" noProof="1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  <a:endParaRPr lang="zh-CN" altLang="en-US" strike="noStrike" noProof="1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E90FB5A0-9BDD-467A-B307-AB2E233BA846}" type="datetimeFigureOut">
              <a:rPr kumimoji="0" lang="zh-CN" altLang="en-US" sz="1200" b="0" i="0" u="sng" strike="noStrike" kern="1200" cap="none" spc="0" normalizeH="0" baseline="0" noProof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zh-CN" altLang="en-US" sz="1200" b="0" i="0" u="sng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sng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51118AA-59B1-4C15-AE78-E04E873A300A}" type="slidenum">
              <a:rPr kumimoji="0" lang="zh-CN" altLang="en-US" sz="1200" b="0" i="0" u="sng" strike="noStrike" kern="1200" cap="none" spc="0" normalizeH="0" baseline="0" noProof="1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zh-CN" altLang="en-US" sz="1200" b="0" i="0" u="sng" strike="noStrike" kern="1200" cap="none" spc="0" normalizeH="0" baseline="0" noProof="1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67150" cy="435133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  <a:endParaRPr lang="zh-CN" altLang="en-US" strike="noStrike" noProof="1"/>
          </a:p>
          <a:p>
            <a:pPr lvl="1" fontAlgn="base"/>
            <a:r>
              <a:rPr lang="zh-CN" altLang="en-US" strike="noStrike" noProof="1"/>
              <a:t>第二级</a:t>
            </a:r>
            <a:endParaRPr lang="zh-CN" altLang="en-US" strike="noStrike" noProof="1"/>
          </a:p>
          <a:p>
            <a:pPr lvl="2" fontAlgn="base"/>
            <a:r>
              <a:rPr lang="zh-CN" altLang="en-US" strike="noStrike" noProof="1"/>
              <a:t>第三级</a:t>
            </a:r>
            <a:endParaRPr lang="zh-CN" altLang="en-US" strike="noStrike" noProof="1"/>
          </a:p>
          <a:p>
            <a:pPr lvl="3" fontAlgn="base"/>
            <a:r>
              <a:rPr lang="zh-CN" altLang="en-US" strike="noStrike" noProof="1"/>
              <a:t>第四级</a:t>
            </a:r>
            <a:endParaRPr lang="zh-CN" altLang="en-US" strike="noStrike" noProof="1"/>
          </a:p>
          <a:p>
            <a:pPr lvl="4" fontAlgn="base"/>
            <a:r>
              <a:rPr lang="zh-CN" altLang="en-US" strike="noStrike" noProof="1"/>
              <a:t>第五级</a:t>
            </a:r>
            <a:endParaRPr lang="zh-CN" altLang="en-US" strike="noStrike" noProof="1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1825625"/>
            <a:ext cx="3867150" cy="435133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  <a:endParaRPr lang="zh-CN" altLang="en-US" strike="noStrike" noProof="1"/>
          </a:p>
          <a:p>
            <a:pPr lvl="1" fontAlgn="base"/>
            <a:r>
              <a:rPr lang="zh-CN" altLang="en-US" strike="noStrike" noProof="1"/>
              <a:t>第二级</a:t>
            </a:r>
            <a:endParaRPr lang="zh-CN" altLang="en-US" strike="noStrike" noProof="1"/>
          </a:p>
          <a:p>
            <a:pPr lvl="2" fontAlgn="base"/>
            <a:r>
              <a:rPr lang="zh-CN" altLang="en-US" strike="noStrike" noProof="1"/>
              <a:t>第三级</a:t>
            </a:r>
            <a:endParaRPr lang="zh-CN" altLang="en-US" strike="noStrike" noProof="1"/>
          </a:p>
          <a:p>
            <a:pPr lvl="3" fontAlgn="base"/>
            <a:r>
              <a:rPr lang="zh-CN" altLang="en-US" strike="noStrike" noProof="1"/>
              <a:t>第四级</a:t>
            </a:r>
            <a:endParaRPr lang="zh-CN" altLang="en-US" strike="noStrike" noProof="1"/>
          </a:p>
          <a:p>
            <a:pPr lvl="4" fontAlgn="base"/>
            <a:r>
              <a:rPr lang="zh-CN" altLang="en-US" strike="noStrike" noProof="1"/>
              <a:t>第五级</a:t>
            </a:r>
            <a:endParaRPr lang="zh-CN" altLang="en-US" strike="noStrike" noProof="1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E90FB5A0-9BDD-467A-B307-AB2E233BA846}" type="datetimeFigureOut">
              <a:rPr kumimoji="0" lang="zh-CN" altLang="en-US" sz="1200" b="0" i="0" u="sng" strike="noStrike" kern="1200" cap="none" spc="0" normalizeH="0" baseline="0" noProof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zh-CN" altLang="en-US" sz="1200" b="0" i="0" u="sng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sng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51118AA-59B1-4C15-AE78-E04E873A300A}" type="slidenum">
              <a:rPr kumimoji="0" lang="zh-CN" altLang="en-US" sz="1200" b="0" i="0" u="sng" strike="noStrike" kern="1200" cap="none" spc="0" normalizeH="0" baseline="0" noProof="1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zh-CN" altLang="en-US" sz="1200" b="0" i="0" u="sng" strike="noStrike" kern="1200" cap="none" spc="0" normalizeH="0" baseline="0" noProof="1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  <a:endParaRPr lang="zh-CN" altLang="en-US" strike="noStrike" noProof="1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  <a:endParaRPr lang="zh-CN" altLang="en-US" strike="noStrike" noProof="1"/>
          </a:p>
          <a:p>
            <a:pPr lvl="1" fontAlgn="base"/>
            <a:r>
              <a:rPr lang="zh-CN" altLang="en-US" strike="noStrike" noProof="1"/>
              <a:t>第二级</a:t>
            </a:r>
            <a:endParaRPr lang="zh-CN" altLang="en-US" strike="noStrike" noProof="1"/>
          </a:p>
          <a:p>
            <a:pPr lvl="2" fontAlgn="base"/>
            <a:r>
              <a:rPr lang="zh-CN" altLang="en-US" strike="noStrike" noProof="1"/>
              <a:t>第三级</a:t>
            </a:r>
            <a:endParaRPr lang="zh-CN" altLang="en-US" strike="noStrike" noProof="1"/>
          </a:p>
          <a:p>
            <a:pPr lvl="3" fontAlgn="base"/>
            <a:r>
              <a:rPr lang="zh-CN" altLang="en-US" strike="noStrike" noProof="1"/>
              <a:t>第四级</a:t>
            </a:r>
            <a:endParaRPr lang="zh-CN" altLang="en-US" strike="noStrike" noProof="1"/>
          </a:p>
          <a:p>
            <a:pPr lvl="4" fontAlgn="base"/>
            <a:r>
              <a:rPr lang="zh-CN" altLang="en-US" strike="noStrike" noProof="1"/>
              <a:t>第五级</a:t>
            </a:r>
            <a:endParaRPr lang="zh-CN" altLang="en-US" strike="noStrike" noProof="1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  <a:endParaRPr lang="zh-CN" altLang="en-US" strike="noStrike" noProof="1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  <a:endParaRPr lang="zh-CN" altLang="en-US" strike="noStrike" noProof="1"/>
          </a:p>
          <a:p>
            <a:pPr lvl="1" fontAlgn="base"/>
            <a:r>
              <a:rPr lang="zh-CN" altLang="en-US" strike="noStrike" noProof="1"/>
              <a:t>第二级</a:t>
            </a:r>
            <a:endParaRPr lang="zh-CN" altLang="en-US" strike="noStrike" noProof="1"/>
          </a:p>
          <a:p>
            <a:pPr lvl="2" fontAlgn="base"/>
            <a:r>
              <a:rPr lang="zh-CN" altLang="en-US" strike="noStrike" noProof="1"/>
              <a:t>第三级</a:t>
            </a:r>
            <a:endParaRPr lang="zh-CN" altLang="en-US" strike="noStrike" noProof="1"/>
          </a:p>
          <a:p>
            <a:pPr lvl="3" fontAlgn="base"/>
            <a:r>
              <a:rPr lang="zh-CN" altLang="en-US" strike="noStrike" noProof="1"/>
              <a:t>第四级</a:t>
            </a:r>
            <a:endParaRPr lang="zh-CN" altLang="en-US" strike="noStrike" noProof="1"/>
          </a:p>
          <a:p>
            <a:pPr lvl="4" fontAlgn="base"/>
            <a:r>
              <a:rPr lang="zh-CN" altLang="en-US" strike="noStrike" noProof="1"/>
              <a:t>第五级</a:t>
            </a:r>
            <a:endParaRPr lang="zh-CN" altLang="en-US" strike="noStrike" noProof="1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E90FB5A0-9BDD-467A-B307-AB2E233BA846}" type="datetimeFigureOut">
              <a:rPr kumimoji="0" lang="zh-CN" altLang="en-US" sz="1200" b="0" i="0" u="sng" strike="noStrike" kern="1200" cap="none" spc="0" normalizeH="0" baseline="0" noProof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zh-CN" altLang="en-US" sz="1200" b="0" i="0" u="sng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sng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51118AA-59B1-4C15-AE78-E04E873A300A}" type="slidenum">
              <a:rPr kumimoji="0" lang="zh-CN" altLang="en-US" sz="1200" b="0" i="0" u="sng" strike="noStrike" kern="1200" cap="none" spc="0" normalizeH="0" baseline="0" noProof="1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zh-CN" altLang="en-US" sz="1200" b="0" i="0" u="sng" strike="noStrike" kern="1200" cap="none" spc="0" normalizeH="0" baseline="0" noProof="1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E90FB5A0-9BDD-467A-B307-AB2E233BA846}" type="datetimeFigureOut">
              <a:rPr kumimoji="0" lang="zh-CN" altLang="en-US" sz="1200" b="0" i="0" u="sng" strike="noStrike" kern="1200" cap="none" spc="0" normalizeH="0" baseline="0" noProof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zh-CN" altLang="en-US" sz="1200" b="0" i="0" u="sng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sng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51118AA-59B1-4C15-AE78-E04E873A300A}" type="slidenum">
              <a:rPr kumimoji="0" lang="zh-CN" altLang="en-US" sz="1200" b="0" i="0" u="sng" strike="noStrike" kern="1200" cap="none" spc="0" normalizeH="0" baseline="0" noProof="1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zh-CN" altLang="en-US" sz="1200" b="0" i="0" u="sng" strike="noStrike" kern="1200" cap="none" spc="0" normalizeH="0" baseline="0" noProof="1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E90FB5A0-9BDD-467A-B307-AB2E233BA846}" type="datetimeFigureOut">
              <a:rPr kumimoji="0" lang="zh-CN" altLang="en-US" sz="1200" b="0" i="0" u="sng" strike="noStrike" kern="1200" cap="none" spc="0" normalizeH="0" baseline="0" noProof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zh-CN" altLang="en-US" sz="1200" b="0" i="0" u="sng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sng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51118AA-59B1-4C15-AE78-E04E873A300A}" type="slidenum">
              <a:rPr kumimoji="0" lang="zh-CN" altLang="en-US" sz="1200" b="0" i="0" u="sng" strike="noStrike" kern="1200" cap="none" spc="0" normalizeH="0" baseline="0" noProof="1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zh-CN" altLang="en-US" sz="1200" b="0" i="0" u="sng" strike="noStrike" kern="1200" cap="none" spc="0" normalizeH="0" baseline="0" noProof="1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  <a:endParaRPr lang="zh-CN" altLang="en-US" strike="noStrike" noProof="1"/>
          </a:p>
          <a:p>
            <a:pPr lvl="1" fontAlgn="base"/>
            <a:r>
              <a:rPr lang="zh-CN" altLang="en-US" strike="noStrike" noProof="1"/>
              <a:t>第二级</a:t>
            </a:r>
            <a:endParaRPr lang="zh-CN" altLang="en-US" strike="noStrike" noProof="1"/>
          </a:p>
          <a:p>
            <a:pPr lvl="2" fontAlgn="base"/>
            <a:r>
              <a:rPr lang="zh-CN" altLang="en-US" strike="noStrike" noProof="1"/>
              <a:t>第三级</a:t>
            </a:r>
            <a:endParaRPr lang="zh-CN" altLang="en-US" strike="noStrike" noProof="1"/>
          </a:p>
          <a:p>
            <a:pPr lvl="3" fontAlgn="base"/>
            <a:r>
              <a:rPr lang="zh-CN" altLang="en-US" strike="noStrike" noProof="1"/>
              <a:t>第四级</a:t>
            </a:r>
            <a:endParaRPr lang="zh-CN" altLang="en-US" strike="noStrike" noProof="1"/>
          </a:p>
          <a:p>
            <a:pPr lvl="4" fontAlgn="base"/>
            <a:r>
              <a:rPr lang="zh-CN" altLang="en-US" strike="noStrike" noProof="1"/>
              <a:t>第五级</a:t>
            </a:r>
            <a:endParaRPr lang="zh-CN" altLang="en-US" strike="noStrike" noProof="1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  <a:endParaRPr lang="zh-CN" altLang="en-US" strike="noStrike" noProof="1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E90FB5A0-9BDD-467A-B307-AB2E233BA846}" type="datetimeFigureOut">
              <a:rPr kumimoji="0" lang="zh-CN" altLang="en-US" sz="1200" b="0" i="0" u="sng" strike="noStrike" kern="1200" cap="none" spc="0" normalizeH="0" baseline="0" noProof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zh-CN" altLang="en-US" sz="1200" b="0" i="0" u="sng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sng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51118AA-59B1-4C15-AE78-E04E873A300A}" type="slidenum">
              <a:rPr kumimoji="0" lang="zh-CN" altLang="en-US" sz="1200" b="0" i="0" u="sng" strike="noStrike" kern="1200" cap="none" spc="0" normalizeH="0" baseline="0" noProof="1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zh-CN" altLang="en-US" sz="1200" b="0" i="0" u="sng" strike="noStrike" kern="1200" cap="none" spc="0" normalizeH="0" baseline="0" noProof="1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 vert="horz" wrap="square" lIns="91440" tIns="45720" rIns="91440" bIns="45720" numCol="1" rtlCol="0" anchor="t" anchorCtr="0" compatLnSpc="1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  <a:endParaRPr lang="zh-CN" altLang="en-US" strike="noStrike" noProof="1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E90FB5A0-9BDD-467A-B307-AB2E233BA846}" type="datetimeFigureOut">
              <a:rPr kumimoji="0" lang="zh-CN" altLang="en-US" sz="1200" b="0" i="0" u="sng" strike="noStrike" kern="1200" cap="none" spc="0" normalizeH="0" baseline="0" noProof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zh-CN" altLang="en-US" sz="1200" b="0" i="0" u="sng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sng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51118AA-59B1-4C15-AE78-E04E873A300A}" type="slidenum">
              <a:rPr kumimoji="0" lang="zh-CN" altLang="en-US" sz="1200" b="0" i="0" u="sng" strike="noStrike" kern="1200" cap="none" spc="0" normalizeH="0" baseline="0" noProof="1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zh-CN" altLang="en-US" sz="1200" b="0" i="0" u="sng" strike="noStrike" kern="1200" cap="none" spc="0" normalizeH="0" baseline="0" noProof="1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  <a:endParaRPr lang="zh-CN" altLang="en-US" strike="noStrike" noProof="1"/>
          </a:p>
          <a:p>
            <a:pPr lvl="1" fontAlgn="base"/>
            <a:r>
              <a:rPr lang="zh-CN" altLang="en-US" strike="noStrike" noProof="1"/>
              <a:t>第二级</a:t>
            </a:r>
            <a:endParaRPr lang="zh-CN" altLang="en-US" strike="noStrike" noProof="1"/>
          </a:p>
          <a:p>
            <a:pPr lvl="2" fontAlgn="base"/>
            <a:r>
              <a:rPr lang="zh-CN" altLang="en-US" strike="noStrike" noProof="1"/>
              <a:t>第三级</a:t>
            </a:r>
            <a:endParaRPr lang="zh-CN" altLang="en-US" strike="noStrike" noProof="1"/>
          </a:p>
          <a:p>
            <a:pPr lvl="3" fontAlgn="base"/>
            <a:r>
              <a:rPr lang="zh-CN" altLang="en-US" strike="noStrike" noProof="1"/>
              <a:t>第四级</a:t>
            </a:r>
            <a:endParaRPr lang="zh-CN" altLang="en-US" strike="noStrike" noProof="1"/>
          </a:p>
          <a:p>
            <a:pPr lvl="4" fontAlgn="base"/>
            <a:r>
              <a:rPr lang="zh-CN" altLang="en-US" strike="noStrike" noProof="1"/>
              <a:t>第五级</a:t>
            </a:r>
            <a:endParaRPr lang="zh-CN" altLang="en-US" strike="noStrike" noProof="1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E90FB5A0-9BDD-467A-B307-AB2E233BA846}" type="datetimeFigureOut">
              <a:rPr kumimoji="0" lang="zh-CN" altLang="en-US" sz="1200" b="0" i="0" u="sng" strike="noStrike" kern="1200" cap="none" spc="0" normalizeH="0" baseline="0" noProof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zh-CN" altLang="en-US" sz="1200" b="0" i="0" u="sng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sng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51118AA-59B1-4C15-AE78-E04E873A300A}" type="slidenum">
              <a:rPr kumimoji="0" lang="zh-CN" altLang="en-US" sz="1200" b="0" i="0" u="sng" strike="noStrike" kern="1200" cap="none" spc="0" normalizeH="0" baseline="0" noProof="1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zh-CN" altLang="en-US" sz="1200" b="0" i="0" u="sng" strike="noStrike" kern="1200" cap="none" spc="0" normalizeH="0" baseline="0" noProof="1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762625" cy="5811838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  <a:endParaRPr lang="zh-CN" altLang="en-US" strike="noStrike" noProof="1"/>
          </a:p>
          <a:p>
            <a:pPr lvl="1" fontAlgn="base"/>
            <a:r>
              <a:rPr lang="zh-CN" altLang="en-US" strike="noStrike" noProof="1"/>
              <a:t>第二级</a:t>
            </a:r>
            <a:endParaRPr lang="zh-CN" altLang="en-US" strike="noStrike" noProof="1"/>
          </a:p>
          <a:p>
            <a:pPr lvl="2" fontAlgn="base"/>
            <a:r>
              <a:rPr lang="zh-CN" altLang="en-US" strike="noStrike" noProof="1"/>
              <a:t>第三级</a:t>
            </a:r>
            <a:endParaRPr lang="zh-CN" altLang="en-US" strike="noStrike" noProof="1"/>
          </a:p>
          <a:p>
            <a:pPr lvl="3" fontAlgn="base"/>
            <a:r>
              <a:rPr lang="zh-CN" altLang="en-US" strike="noStrike" noProof="1"/>
              <a:t>第四级</a:t>
            </a:r>
            <a:endParaRPr lang="zh-CN" altLang="en-US" strike="noStrike" noProof="1"/>
          </a:p>
          <a:p>
            <a:pPr lvl="4" fontAlgn="base"/>
            <a:r>
              <a:rPr lang="zh-CN" altLang="en-US" strike="noStrike" noProof="1"/>
              <a:t>第五级</a:t>
            </a:r>
            <a:endParaRPr lang="zh-CN" altLang="en-US" strike="noStrike" noProof="1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E90FB5A0-9BDD-467A-B307-AB2E233BA846}" type="datetimeFigureOut">
              <a:rPr kumimoji="0" lang="zh-CN" altLang="en-US" sz="1200" b="0" i="0" u="sng" strike="noStrike" kern="1200" cap="none" spc="0" normalizeH="0" baseline="0" noProof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zh-CN" altLang="en-US" sz="1200" b="0" i="0" u="sng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sng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51118AA-59B1-4C15-AE78-E04E873A300A}" type="slidenum">
              <a:rPr kumimoji="0" lang="zh-CN" altLang="en-US" sz="1200" b="0" i="0" u="sng" strike="noStrike" kern="1200" cap="none" spc="0" normalizeH="0" baseline="0" noProof="1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zh-CN" altLang="en-US" sz="1200" b="0" i="0" u="sng" strike="noStrike" kern="1200" cap="none" spc="0" normalizeH="0" baseline="0" noProof="1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标题和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922" y="275530"/>
            <a:ext cx="8229600" cy="1142440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表格占位符 2"/>
          <p:cNvSpPr>
            <a:spLocks noGrp="1"/>
          </p:cNvSpPr>
          <p:nvPr>
            <p:ph type="tbl" idx="1"/>
          </p:nvPr>
        </p:nvSpPr>
        <p:spPr>
          <a:xfrm>
            <a:off x="457922" y="1599418"/>
            <a:ext cx="8229600" cy="4526078"/>
          </a:xfrm>
        </p:spPr>
        <p:txBody>
          <a:bodyPr vert="horz" wrap="square" lIns="91440" tIns="45720" rIns="91440" bIns="45720" numCol="1" anchor="t" anchorCtr="0" compatLnSpc="1"/>
          <a:lstStyle/>
          <a:p>
            <a:pPr marL="228600" marR="0" lvl="0" indent="-228600" algn="l" defTabSz="914400" rtl="0" eaLnBrk="0" fontAlgn="base" latinLnBrk="0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endParaRPr kumimoji="0" lang="zh-CN" altLang="en-US" sz="2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  <a:sym typeface="Calibri" panose="020F0502020204030204" charset="0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E90FB5A0-9BDD-467A-B307-AB2E233BA846}" type="datetimeFigureOut">
              <a:rPr kumimoji="0" lang="zh-CN" altLang="en-US" sz="1200" b="0" i="0" u="sng" strike="noStrike" kern="1200" cap="none" spc="0" normalizeH="0" baseline="0" noProof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zh-CN" altLang="en-US" sz="1200" b="0" i="0" u="sng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sng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51118AA-59B1-4C15-AE78-E04E873A300A}" type="slidenum">
              <a:rPr kumimoji="0" lang="zh-CN" altLang="en-US" sz="1200" b="0" i="0" u="sng" strike="noStrike" kern="1200" cap="none" spc="0" normalizeH="0" baseline="0" noProof="1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zh-CN" altLang="en-US" sz="1200" b="0" i="0" u="sng" strike="noStrike" kern="1200" cap="none" spc="0" normalizeH="0" baseline="0" noProof="1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26" name="标题占位符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  <a:noFill/>
          <a:ln w="9525">
            <a:noFill/>
          </a:ln>
        </p:spPr>
        <p:txBody>
          <a:bodyPr anchor="ctr" anchorCtr="0"/>
          <a:p>
            <a:pPr lvl="0"/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1027" name="文本占位符 2"/>
          <p:cNvSpPr>
            <a:spLocks noGrp="1"/>
          </p:cNvSpPr>
          <p:nvPr>
            <p:ph type="body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  <a:noFill/>
          <a:ln w="9525">
            <a:noFill/>
          </a:ln>
        </p:spPr>
        <p:txBody>
          <a:bodyPr anchor="t" anchorCtr="0"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0" hangingPunct="0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E90FB5A0-9BDD-467A-B307-AB2E233BA846}" type="datetimeFigureOut">
              <a:rPr kumimoji="0" lang="zh-CN" altLang="en-US" sz="1200" b="0" i="0" u="sng" strike="noStrike" kern="1200" cap="none" spc="0" normalizeH="0" baseline="0" noProof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zh-CN" altLang="en-US" sz="1200" b="0" i="0" u="sng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0" hangingPunct="0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sng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/>
          <a:lstStyle>
            <a:lvl1pPr algn="r">
              <a:defRPr sz="1200" noProof="1" dirty="0">
                <a:solidFill>
                  <a:srgbClr val="898989"/>
                </a:solidFill>
              </a:defRPr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51118AA-59B1-4C15-AE78-E04E873A300A}" type="slidenum">
              <a:rPr kumimoji="0" lang="zh-CN" altLang="en-US" sz="1200" b="0" i="0" u="sng" strike="noStrike" kern="1200" cap="none" spc="0" normalizeH="0" baseline="0" noProof="1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zh-CN" altLang="en-US" sz="1200" b="0" i="0" u="sng" strike="noStrike" kern="1200" cap="none" spc="0" normalizeH="0" baseline="0" noProof="1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2" name="灯片编号占位符 5"/>
          <p:cNvSpPr>
            <a:spLocks noGrp="1"/>
          </p:cNvSpPr>
          <p:nvPr/>
        </p:nvSpPr>
        <p:spPr>
          <a:xfrm>
            <a:off x="7007225" y="6477000"/>
            <a:ext cx="2133600" cy="365125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F5E7003D-2429-4846-B9CD-C48A4488E8AF}" type="slidenum">
              <a:rPr kumimoji="0" lang="zh-CN" altLang="en-US" sz="1200" b="0" i="0" u="sng" strike="noStrike" kern="1200" cap="none" spc="0" normalizeH="0" baseline="0" noProof="1" smtClean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zh-CN" altLang="en-US" sz="1200" b="0" i="0" u="sng" strike="noStrike" kern="1200" cap="none" spc="0" normalizeH="0" baseline="0" noProof="1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7.xml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7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1" Type="http://schemas.openxmlformats.org/officeDocument/2006/relationships/tags" Target="../tags/tag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aphicFrame>
        <p:nvGraphicFramePr>
          <p:cNvPr id="8" name="Group 32"/>
          <p:cNvGraphicFramePr>
            <a:graphicFrameLocks noGrp="1"/>
          </p:cNvGraphicFramePr>
          <p:nvPr/>
        </p:nvGraphicFramePr>
        <p:xfrm>
          <a:off x="1187450" y="4581525"/>
          <a:ext cx="7663180" cy="1712913"/>
        </p:xfrm>
        <a:graphic>
          <a:graphicData uri="http://schemas.openxmlformats.org/drawingml/2006/table">
            <a:tbl>
              <a:tblPr/>
              <a:tblGrid>
                <a:gridCol w="1304290"/>
                <a:gridCol w="2353310"/>
                <a:gridCol w="1447800"/>
                <a:gridCol w="2557780"/>
              </a:tblGrid>
              <a:tr h="49339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项目名</a:t>
                      </a:r>
                      <a:endParaRPr kumimoji="0" lang="zh-CN" alt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36000" marR="3600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buClrTx/>
                        <a:buSzTx/>
                        <a:buFontTx/>
                        <a:buNone/>
                      </a:pPr>
                      <a:endParaRPr kumimoji="0" lang="en-US" sz="12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36000" marR="3600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零件名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36000" marR="3600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>
                        <a:spcBef>
                          <a:spcPct val="20000"/>
                        </a:spcBef>
                        <a:buClrTx/>
                        <a:buSzTx/>
                        <a:buFontTx/>
                      </a:pPr>
                      <a:endParaRPr lang="zh-CN" altLang="en-US" sz="1200" dirty="0" smtClean="0">
                        <a:ln>
                          <a:noFill/>
                        </a:ln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</a:txBody>
                  <a:tcPr marL="36000" marR="3600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40233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模号</a:t>
                      </a:r>
                      <a:endParaRPr kumimoji="0" lang="en-US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36000" marR="3600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lang="en-US" sz="1200" dirty="0" smtClean="0">
                        <a:ln>
                          <a:noFill/>
                        </a:ln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</a:txBody>
                  <a:tcPr marL="36000" marR="3600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zh-CN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CAD</a:t>
                      </a: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模型版本</a:t>
                      </a:r>
                      <a:endParaRPr kumimoji="0" lang="zh-CN" alt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36000" marR="3600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buClrTx/>
                        <a:buSzTx/>
                        <a:buFontTx/>
                        <a:buNone/>
                      </a:pPr>
                      <a:r>
                        <a:rPr kumimoji="0" lang="en-US" altLang="zh-CN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V1.0</a:t>
                      </a:r>
                      <a:endParaRPr kumimoji="0" lang="en-US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36000" marR="3600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41433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报告日期</a:t>
                      </a:r>
                      <a:endParaRPr kumimoji="0" lang="zh-CN" alt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36000" marR="3600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zh-CN" sz="12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2026-09-02</a:t>
                      </a:r>
                      <a:endParaRPr kumimoji="0" lang="en-US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36000" marR="3600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zh-CN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Moldflow</a:t>
                      </a: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版本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36000" marR="3600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buClrTx/>
                        <a:buSzTx/>
                        <a:buFontTx/>
                        <a:buNone/>
                      </a:pPr>
                      <a:r>
                        <a:rPr kumimoji="0" lang="en-US" altLang="zh-CN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2023</a:t>
                      </a:r>
                      <a:endParaRPr kumimoji="0" lang="en-US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36000" marR="3600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402541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模具</a:t>
                      </a:r>
                      <a:r>
                        <a:rPr kumimoji="0" lang="en-US" altLang="zh-CN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</a:t>
                      </a: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零件供应商</a:t>
                      </a:r>
                      <a:endParaRPr kumimoji="0" lang="en-US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36000" marR="3600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en-US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36000" marR="3600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分析工程师 </a:t>
                      </a:r>
                      <a:endParaRPr kumimoji="0" lang="en-US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36000" marR="3600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buClrTx/>
                        <a:buSzTx/>
                        <a:buFontTx/>
                        <a:buNone/>
                      </a:pPr>
                      <a:r>
                        <a:rPr kumimoji="0" lang="en-US" altLang="zh-CN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xue</a:t>
                      </a:r>
                      <a:endParaRPr kumimoji="0" lang="en-US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36000" marR="3600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  <p:sp>
        <p:nvSpPr>
          <p:cNvPr id="13" name="标题 3"/>
          <p:cNvSpPr txBox="1"/>
          <p:nvPr/>
        </p:nvSpPr>
        <p:spPr>
          <a:xfrm>
            <a:off x="4067175" y="115888"/>
            <a:ext cx="1760538" cy="422275"/>
          </a:xfrm>
          <a:prstGeom prst="rect">
            <a:avLst/>
          </a:prstGeom>
        </p:spPr>
        <p:txBody>
          <a:bodyPr/>
          <a:lstStyle>
            <a:lvl1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2pPr>
            <a:lvl3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3pPr>
            <a:lvl4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4pPr>
            <a:lvl5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5pPr>
            <a:lvl6pPr marL="4572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6pPr>
            <a:lvl7pPr marL="9144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7pPr>
            <a:lvl8pPr marL="13716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8pPr>
            <a:lvl9pPr marL="18288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zh-CN" sz="2000" b="1" i="0" u="sng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模流分析报告</a:t>
            </a:r>
            <a:endParaRPr kumimoji="0" lang="zh-CN" altLang="zh-CN" sz="4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ea"/>
              <a:ea typeface="+mj-ea"/>
              <a:cs typeface="+mj-c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aphicFrame>
        <p:nvGraphicFramePr>
          <p:cNvPr id="17" name="Group 28"/>
          <p:cNvGraphicFramePr>
            <a:graphicFrameLocks noGrp="1"/>
          </p:cNvGraphicFramePr>
          <p:nvPr/>
        </p:nvGraphicFramePr>
        <p:xfrm>
          <a:off x="0" y="6299200"/>
          <a:ext cx="8467725" cy="558800"/>
        </p:xfrm>
        <a:graphic>
          <a:graphicData uri="http://schemas.openxmlformats.org/drawingml/2006/table">
            <a:tbl>
              <a:tblPr/>
              <a:tblGrid>
                <a:gridCol w="1437748"/>
                <a:gridCol w="7029977"/>
              </a:tblGrid>
              <a:tr h="5588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结果说明 </a:t>
                      </a:r>
                      <a:endParaRPr kumimoji="0" lang="zh-CN" alt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marL="91447" marR="91447" marT="45730" marB="4573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此产品采用</a:t>
                      </a:r>
                      <a:r>
                        <a:rPr kumimoji="0" lang="en-US" altLang="zh-CN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2D</a:t>
                      </a:r>
                      <a:r>
                        <a:rPr kumimoji="0" lang="zh-CN" alt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网格分析，最大纵横比</a:t>
                      </a:r>
                      <a:r>
                        <a:rPr kumimoji="0" lang="en-US" altLang="zh-CN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&lt;20</a:t>
                      </a:r>
                      <a:r>
                        <a:rPr kumimoji="0" lang="zh-CN" alt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，匹配率</a:t>
                      </a:r>
                      <a:r>
                        <a:rPr kumimoji="0" lang="en-US" altLang="zh-CN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&gt;85%</a:t>
                      </a:r>
                      <a:r>
                        <a:rPr kumimoji="0" lang="zh-CN" alt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，网格质量满足分析要求。</a:t>
                      </a:r>
                      <a:endParaRPr kumimoji="0" lang="zh-CN" alt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marL="91447" marR="91447" marT="45730" marB="4573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7177" name="Rectangle 2"/>
          <p:cNvSpPr/>
          <p:nvPr/>
        </p:nvSpPr>
        <p:spPr>
          <a:xfrm>
            <a:off x="323850" y="838200"/>
            <a:ext cx="3600450" cy="3744913"/>
          </a:xfrm>
          <a:prstGeom prst="rect">
            <a:avLst/>
          </a:prstGeom>
          <a:noFill/>
          <a:ln w="9525">
            <a:noFill/>
          </a:ln>
        </p:spPr>
        <p:txBody>
          <a:bodyPr anchor="t" anchorCtr="0"/>
          <a:p>
            <a:pPr algn="ctr"/>
            <a:r>
              <a:rPr lang="zh-CN" altLang="en-US" b="1" dirty="0">
                <a:solidFill>
                  <a:schemeClr val="tx1"/>
                </a:solidFill>
                <a:latin typeface="Arial" panose="020B0604020202020204" pitchFamily="34" charset="0"/>
                <a:sym typeface="Calibri" panose="020F0502020204030204" charset="0"/>
              </a:rPr>
              <a:t>产品网格模型截图</a:t>
            </a:r>
            <a:endParaRPr lang="zh-CN" altLang="en-US" b="1" dirty="0">
              <a:solidFill>
                <a:schemeClr val="tx1"/>
              </a:solidFill>
              <a:latin typeface="Arial" panose="020B0604020202020204" pitchFamily="34" charset="0"/>
              <a:sym typeface="Calibri" panose="020F0502020204030204" charset="0"/>
            </a:endParaRPr>
          </a:p>
        </p:txBody>
      </p:sp>
      <p:sp>
        <p:nvSpPr>
          <p:cNvPr id="7178" name="Rectangle 8"/>
          <p:cNvSpPr/>
          <p:nvPr/>
        </p:nvSpPr>
        <p:spPr>
          <a:xfrm>
            <a:off x="4867275" y="838200"/>
            <a:ext cx="3600450" cy="3744913"/>
          </a:xfrm>
          <a:prstGeom prst="rect">
            <a:avLst/>
          </a:prstGeom>
          <a:noFill/>
          <a:ln w="9525">
            <a:noFill/>
          </a:ln>
        </p:spPr>
        <p:txBody>
          <a:bodyPr anchor="t" anchorCtr="0"/>
          <a:p>
            <a:pPr algn="ctr"/>
            <a:r>
              <a:rPr lang="zh-CN" altLang="en-US" b="1" dirty="0">
                <a:solidFill>
                  <a:schemeClr val="tx1"/>
                </a:solidFill>
                <a:latin typeface="Arial" panose="020B0604020202020204" pitchFamily="34" charset="0"/>
                <a:sym typeface="Calibri" panose="020F0502020204030204" charset="0"/>
              </a:rPr>
              <a:t>产品网格质量统计截图</a:t>
            </a:r>
            <a:endParaRPr lang="zh-CN" altLang="en-US" b="1" dirty="0">
              <a:solidFill>
                <a:schemeClr val="tx1"/>
              </a:solidFill>
              <a:latin typeface="Arial" panose="020B0604020202020204" pitchFamily="34" charset="0"/>
              <a:sym typeface="Calibri" panose="020F0502020204030204" charset="0"/>
            </a:endParaRPr>
          </a:p>
        </p:txBody>
      </p:sp>
      <p:sp>
        <p:nvSpPr>
          <p:cNvPr id="7179" name="标题 1"/>
          <p:cNvSpPr>
            <a:spLocks noGrp="1"/>
          </p:cNvSpPr>
          <p:nvPr>
            <p:ph type="title"/>
          </p:nvPr>
        </p:nvSpPr>
        <p:spPr>
          <a:xfrm>
            <a:off x="6875463" y="123825"/>
            <a:ext cx="2268537" cy="476250"/>
          </a:xfrm>
        </p:spPr>
        <p:txBody>
          <a:bodyPr vert="horz" wrap="square" lIns="91440" tIns="45720" rIns="91440" bIns="45720" anchor="ctr" anchorCtr="0"/>
          <a:p>
            <a:pPr algn="r"/>
            <a:r>
              <a:rPr lang="zh-CN" altLang="en-US" sz="2000" b="1" u="sng" dirty="0">
                <a:ea typeface="等线 Light" panose="02010600030101010101" pitchFamily="2" charset="-122"/>
              </a:rPr>
              <a:t>产品网格质量统计</a:t>
            </a:r>
            <a:endParaRPr lang="zh-CN" altLang="en-US" sz="2000" b="1" u="sng" dirty="0">
              <a:ea typeface="等线 Light" panose="02010600030101010101" pitchFamily="2" charset="-122"/>
            </a:endParaRPr>
          </a:p>
        </p:txBody>
      </p:sp>
      <p:sp>
        <p:nvSpPr>
          <p:cNvPr id="7180" name="文本框 2"/>
          <p:cNvSpPr txBox="1"/>
          <p:nvPr/>
        </p:nvSpPr>
        <p:spPr>
          <a:xfrm>
            <a:off x="5364163" y="1270000"/>
            <a:ext cx="2684462" cy="4694238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/>
          <a:p>
            <a:r>
              <a:rPr lang="zh-CN" altLang="en-US" sz="800">
                <a:latin typeface="Arial" panose="020B0604020202020204" pitchFamily="34" charset="0"/>
              </a:rPr>
              <a:t>三角形</a:t>
            </a:r>
            <a:r>
              <a:rPr lang="en-US" altLang="zh-CN" sz="800">
                <a:latin typeface="Arial" panose="020B0604020202020204" pitchFamily="34" charset="0"/>
              </a:rPr>
              <a:t> </a:t>
            </a:r>
            <a:endParaRPr lang="en-US" altLang="zh-CN" sz="800">
              <a:latin typeface="Arial" panose="020B0604020202020204" pitchFamily="34" charset="0"/>
            </a:endParaRPr>
          </a:p>
          <a:p>
            <a:r>
              <a:rPr lang="en-US" altLang="zh-CN" sz="800">
                <a:latin typeface="Arial" panose="020B0604020202020204" pitchFamily="34" charset="0"/>
              </a:rPr>
              <a:t>----------------------------------------</a:t>
            </a:r>
            <a:endParaRPr lang="en-US" altLang="zh-CN" sz="800">
              <a:latin typeface="Arial" panose="020B0604020202020204" pitchFamily="34" charset="0"/>
            </a:endParaRPr>
          </a:p>
          <a:p>
            <a:r>
              <a:rPr lang="zh-CN" altLang="en-US" sz="800">
                <a:latin typeface="Arial" panose="020B0604020202020204" pitchFamily="34" charset="0"/>
              </a:rPr>
              <a:t>实体计数</a:t>
            </a:r>
            <a:r>
              <a:rPr lang="en-US" altLang="zh-CN" sz="800">
                <a:latin typeface="Arial" panose="020B0604020202020204" pitchFamily="34" charset="0"/>
              </a:rPr>
              <a:t>:</a:t>
            </a:r>
            <a:endParaRPr lang="en-US" altLang="zh-CN" sz="800">
              <a:latin typeface="Arial" panose="020B0604020202020204" pitchFamily="34" charset="0"/>
            </a:endParaRPr>
          </a:p>
          <a:p>
            <a:r>
              <a:rPr lang="en-US" altLang="zh-CN" sz="800">
                <a:latin typeface="Arial" panose="020B0604020202020204" pitchFamily="34" charset="0"/>
              </a:rPr>
              <a:t>    </a:t>
            </a:r>
            <a:r>
              <a:rPr lang="zh-CN" altLang="en-US" sz="800">
                <a:latin typeface="Arial" panose="020B0604020202020204" pitchFamily="34" charset="0"/>
              </a:rPr>
              <a:t>三角形</a:t>
            </a:r>
            <a:r>
              <a:rPr lang="en-US" altLang="zh-CN" sz="800">
                <a:latin typeface="Arial" panose="020B0604020202020204" pitchFamily="34" charset="0"/>
              </a:rPr>
              <a:t>               60248</a:t>
            </a:r>
            <a:endParaRPr lang="en-US" altLang="zh-CN" sz="800">
              <a:latin typeface="Arial" panose="020B0604020202020204" pitchFamily="34" charset="0"/>
            </a:endParaRPr>
          </a:p>
          <a:p>
            <a:r>
              <a:rPr lang="en-US" altLang="zh-CN" sz="800">
                <a:latin typeface="Arial" panose="020B0604020202020204" pitchFamily="34" charset="0"/>
              </a:rPr>
              <a:t>    </a:t>
            </a:r>
            <a:r>
              <a:rPr lang="zh-CN" altLang="en-US" sz="800">
                <a:latin typeface="Arial" panose="020B0604020202020204" pitchFamily="34" charset="0"/>
              </a:rPr>
              <a:t>已连接的节点</a:t>
            </a:r>
            <a:r>
              <a:rPr lang="en-US" altLang="zh-CN" sz="800">
                <a:latin typeface="Arial" panose="020B0604020202020204" pitchFamily="34" charset="0"/>
              </a:rPr>
              <a:t>         29924</a:t>
            </a:r>
            <a:endParaRPr lang="en-US" altLang="zh-CN" sz="800">
              <a:latin typeface="Arial" panose="020B0604020202020204" pitchFamily="34" charset="0"/>
            </a:endParaRPr>
          </a:p>
          <a:p>
            <a:r>
              <a:rPr lang="en-US" altLang="zh-CN" sz="800">
                <a:latin typeface="Arial" panose="020B0604020202020204" pitchFamily="34" charset="0"/>
              </a:rPr>
              <a:t>    </a:t>
            </a:r>
            <a:r>
              <a:rPr lang="zh-CN" altLang="en-US" sz="800">
                <a:latin typeface="Arial" panose="020B0604020202020204" pitchFamily="34" charset="0"/>
              </a:rPr>
              <a:t>连通区域</a:t>
            </a:r>
            <a:r>
              <a:rPr lang="en-US" altLang="zh-CN" sz="800">
                <a:latin typeface="Arial" panose="020B0604020202020204" pitchFamily="34" charset="0"/>
              </a:rPr>
              <a:t>             1</a:t>
            </a:r>
            <a:endParaRPr lang="en-US" altLang="zh-CN" sz="800">
              <a:latin typeface="Arial" panose="020B0604020202020204" pitchFamily="34" charset="0"/>
            </a:endParaRPr>
          </a:p>
          <a:p>
            <a:endParaRPr lang="en-US" altLang="zh-CN" sz="800">
              <a:latin typeface="Arial" panose="020B0604020202020204" pitchFamily="34" charset="0"/>
            </a:endParaRPr>
          </a:p>
          <a:p>
            <a:r>
              <a:rPr lang="en-US" altLang="zh-CN" sz="800">
                <a:latin typeface="Arial" panose="020B0604020202020204" pitchFamily="34" charset="0"/>
              </a:rPr>
              <a:t>    </a:t>
            </a:r>
            <a:r>
              <a:rPr lang="zh-CN" altLang="en-US" sz="800">
                <a:latin typeface="Arial" panose="020B0604020202020204" pitchFamily="34" charset="0"/>
              </a:rPr>
              <a:t>不可见三角形</a:t>
            </a:r>
            <a:r>
              <a:rPr lang="en-US" altLang="zh-CN" sz="800">
                <a:latin typeface="Arial" panose="020B0604020202020204" pitchFamily="34" charset="0"/>
              </a:rPr>
              <a:t>            0</a:t>
            </a:r>
            <a:endParaRPr lang="en-US" altLang="zh-CN" sz="800">
              <a:latin typeface="Arial" panose="020B0604020202020204" pitchFamily="34" charset="0"/>
            </a:endParaRPr>
          </a:p>
          <a:p>
            <a:endParaRPr lang="en-US" altLang="zh-CN" sz="800">
              <a:latin typeface="Arial" panose="020B0604020202020204" pitchFamily="34" charset="0"/>
            </a:endParaRPr>
          </a:p>
          <a:p>
            <a:r>
              <a:rPr lang="zh-CN" altLang="en-US" sz="800">
                <a:latin typeface="Arial" panose="020B0604020202020204" pitchFamily="34" charset="0"/>
              </a:rPr>
              <a:t>面积</a:t>
            </a:r>
            <a:r>
              <a:rPr lang="en-US" altLang="zh-CN" sz="800">
                <a:latin typeface="Arial" panose="020B0604020202020204" pitchFamily="34" charset="0"/>
              </a:rPr>
              <a:t>:</a:t>
            </a:r>
            <a:endParaRPr lang="en-US" altLang="zh-CN" sz="800">
              <a:latin typeface="Arial" panose="020B0604020202020204" pitchFamily="34" charset="0"/>
            </a:endParaRPr>
          </a:p>
          <a:p>
            <a:r>
              <a:rPr lang="en-US" altLang="zh-CN" sz="800">
                <a:latin typeface="Arial" panose="020B0604020202020204" pitchFamily="34" charset="0"/>
              </a:rPr>
              <a:t>(</a:t>
            </a:r>
            <a:r>
              <a:rPr lang="zh-CN" altLang="en-US" sz="800">
                <a:latin typeface="Arial" panose="020B0604020202020204" pitchFamily="34" charset="0"/>
              </a:rPr>
              <a:t>不包括模具镶块和冷却管道</a:t>
            </a:r>
            <a:r>
              <a:rPr lang="en-US" altLang="zh-CN" sz="800">
                <a:latin typeface="Arial" panose="020B0604020202020204" pitchFamily="34" charset="0"/>
              </a:rPr>
              <a:t>)</a:t>
            </a:r>
            <a:endParaRPr lang="en-US" altLang="zh-CN" sz="800">
              <a:latin typeface="Arial" panose="020B0604020202020204" pitchFamily="34" charset="0"/>
            </a:endParaRPr>
          </a:p>
          <a:p>
            <a:r>
              <a:rPr lang="en-US" altLang="zh-CN" sz="800">
                <a:latin typeface="Arial" panose="020B0604020202020204" pitchFamily="34" charset="0"/>
              </a:rPr>
              <a:t>    </a:t>
            </a:r>
            <a:r>
              <a:rPr lang="zh-CN" altLang="en-US" sz="800">
                <a:latin typeface="Arial" panose="020B0604020202020204" pitchFamily="34" charset="0"/>
              </a:rPr>
              <a:t>表面面积</a:t>
            </a:r>
            <a:r>
              <a:rPr lang="en-US" altLang="zh-CN" sz="800">
                <a:latin typeface="Arial" panose="020B0604020202020204" pitchFamily="34" charset="0"/>
              </a:rPr>
              <a:t>: 	3723.29 cm^2</a:t>
            </a:r>
            <a:endParaRPr lang="en-US" altLang="zh-CN" sz="800">
              <a:latin typeface="Arial" panose="020B0604020202020204" pitchFamily="34" charset="0"/>
            </a:endParaRPr>
          </a:p>
          <a:p>
            <a:endParaRPr lang="en-US" altLang="zh-CN" sz="800">
              <a:latin typeface="Arial" panose="020B0604020202020204" pitchFamily="34" charset="0"/>
            </a:endParaRPr>
          </a:p>
          <a:p>
            <a:r>
              <a:rPr lang="zh-CN" altLang="en-US" sz="800">
                <a:latin typeface="Arial" panose="020B0604020202020204" pitchFamily="34" charset="0"/>
              </a:rPr>
              <a:t>按单元类型统计的体积</a:t>
            </a:r>
            <a:r>
              <a:rPr lang="en-US" altLang="zh-CN" sz="800">
                <a:latin typeface="Arial" panose="020B0604020202020204" pitchFamily="34" charset="0"/>
              </a:rPr>
              <a:t>:</a:t>
            </a:r>
            <a:endParaRPr lang="en-US" altLang="zh-CN" sz="800">
              <a:latin typeface="Arial" panose="020B0604020202020204" pitchFamily="34" charset="0"/>
            </a:endParaRPr>
          </a:p>
          <a:p>
            <a:r>
              <a:rPr lang="en-US" altLang="zh-CN" sz="800">
                <a:latin typeface="Arial" panose="020B0604020202020204" pitchFamily="34" charset="0"/>
              </a:rPr>
              <a:t>    </a:t>
            </a:r>
            <a:r>
              <a:rPr lang="zh-CN" altLang="en-US" sz="800">
                <a:latin typeface="Arial" panose="020B0604020202020204" pitchFamily="34" charset="0"/>
              </a:rPr>
              <a:t>三角形：</a:t>
            </a:r>
            <a:r>
              <a:rPr lang="en-US" altLang="zh-CN" sz="800">
                <a:latin typeface="Arial" panose="020B0604020202020204" pitchFamily="34" charset="0"/>
              </a:rPr>
              <a:t> 	478.275 cm^3</a:t>
            </a:r>
            <a:endParaRPr lang="en-US" altLang="zh-CN" sz="800">
              <a:latin typeface="Arial" panose="020B0604020202020204" pitchFamily="34" charset="0"/>
            </a:endParaRPr>
          </a:p>
          <a:p>
            <a:endParaRPr lang="en-US" altLang="zh-CN" sz="800">
              <a:latin typeface="Arial" panose="020B0604020202020204" pitchFamily="34" charset="0"/>
            </a:endParaRPr>
          </a:p>
          <a:p>
            <a:r>
              <a:rPr lang="zh-CN" altLang="en-US" sz="800">
                <a:latin typeface="Arial" panose="020B0604020202020204" pitchFamily="34" charset="0"/>
              </a:rPr>
              <a:t>纵横比</a:t>
            </a:r>
            <a:r>
              <a:rPr lang="en-US" altLang="zh-CN" sz="800">
                <a:latin typeface="Arial" panose="020B0604020202020204" pitchFamily="34" charset="0"/>
              </a:rPr>
              <a:t>:</a:t>
            </a:r>
            <a:endParaRPr lang="en-US" altLang="zh-CN" sz="800">
              <a:latin typeface="Arial" panose="020B0604020202020204" pitchFamily="34" charset="0"/>
            </a:endParaRPr>
          </a:p>
          <a:p>
            <a:r>
              <a:rPr lang="en-US" altLang="zh-CN" sz="800">
                <a:latin typeface="Arial" panose="020B0604020202020204" pitchFamily="34" charset="0"/>
              </a:rPr>
              <a:t>    </a:t>
            </a:r>
            <a:r>
              <a:rPr lang="zh-CN" altLang="en-US" sz="800">
                <a:latin typeface="Arial" panose="020B0604020202020204" pitchFamily="34" charset="0"/>
              </a:rPr>
              <a:t>最大</a:t>
            </a:r>
            <a:r>
              <a:rPr lang="en-US" altLang="zh-CN" sz="800">
                <a:latin typeface="Arial" panose="020B0604020202020204" pitchFamily="34" charset="0"/>
              </a:rPr>
              <a:t>       </a:t>
            </a:r>
            <a:r>
              <a:rPr lang="zh-CN" altLang="en-US" sz="800">
                <a:latin typeface="Arial" panose="020B0604020202020204" pitchFamily="34" charset="0"/>
              </a:rPr>
              <a:t>平均</a:t>
            </a:r>
            <a:r>
              <a:rPr lang="en-US" altLang="zh-CN" sz="800">
                <a:latin typeface="Arial" panose="020B0604020202020204" pitchFamily="34" charset="0"/>
              </a:rPr>
              <a:t>        </a:t>
            </a:r>
            <a:r>
              <a:rPr lang="zh-CN" altLang="en-US" sz="800">
                <a:latin typeface="Arial" panose="020B0604020202020204" pitchFamily="34" charset="0"/>
              </a:rPr>
              <a:t>最小</a:t>
            </a:r>
            <a:endParaRPr lang="zh-CN" altLang="en-US" sz="800">
              <a:latin typeface="Arial" panose="020B0604020202020204" pitchFamily="34" charset="0"/>
            </a:endParaRPr>
          </a:p>
          <a:p>
            <a:r>
              <a:rPr lang="en-US" altLang="zh-CN" sz="800">
                <a:latin typeface="Arial" panose="020B0604020202020204" pitchFamily="34" charset="0"/>
              </a:rPr>
              <a:t>     19.10       1.87       1.16</a:t>
            </a:r>
            <a:endParaRPr lang="en-US" altLang="zh-CN" sz="800">
              <a:latin typeface="Arial" panose="020B0604020202020204" pitchFamily="34" charset="0"/>
            </a:endParaRPr>
          </a:p>
          <a:p>
            <a:endParaRPr lang="en-US" altLang="zh-CN" sz="800">
              <a:latin typeface="Arial" panose="020B0604020202020204" pitchFamily="34" charset="0"/>
            </a:endParaRPr>
          </a:p>
          <a:p>
            <a:r>
              <a:rPr lang="zh-CN" altLang="en-US" sz="800">
                <a:latin typeface="Arial" panose="020B0604020202020204" pitchFamily="34" charset="0"/>
              </a:rPr>
              <a:t>边细节</a:t>
            </a:r>
            <a:r>
              <a:rPr lang="en-US" altLang="zh-CN" sz="800">
                <a:latin typeface="Arial" panose="020B0604020202020204" pitchFamily="34" charset="0"/>
              </a:rPr>
              <a:t>:</a:t>
            </a:r>
            <a:endParaRPr lang="en-US" altLang="zh-CN" sz="800">
              <a:latin typeface="Arial" panose="020B0604020202020204" pitchFamily="34" charset="0"/>
            </a:endParaRPr>
          </a:p>
          <a:p>
            <a:r>
              <a:rPr lang="en-US" altLang="zh-CN" sz="800">
                <a:latin typeface="Arial" panose="020B0604020202020204" pitchFamily="34" charset="0"/>
              </a:rPr>
              <a:t>    </a:t>
            </a:r>
            <a:r>
              <a:rPr lang="zh-CN" altLang="en-US" sz="800">
                <a:latin typeface="Arial" panose="020B0604020202020204" pitchFamily="34" charset="0"/>
              </a:rPr>
              <a:t>自由边</a:t>
            </a:r>
            <a:r>
              <a:rPr lang="en-US" altLang="zh-CN" sz="800">
                <a:latin typeface="Arial" panose="020B0604020202020204" pitchFamily="34" charset="0"/>
              </a:rPr>
              <a:t>			 0</a:t>
            </a:r>
            <a:endParaRPr lang="en-US" altLang="zh-CN" sz="800">
              <a:latin typeface="Arial" panose="020B0604020202020204" pitchFamily="34" charset="0"/>
            </a:endParaRPr>
          </a:p>
          <a:p>
            <a:r>
              <a:rPr lang="en-US" altLang="zh-CN" sz="800">
                <a:latin typeface="Arial" panose="020B0604020202020204" pitchFamily="34" charset="0"/>
              </a:rPr>
              <a:t>    </a:t>
            </a:r>
            <a:r>
              <a:rPr lang="zh-CN" altLang="en-US" sz="800">
                <a:latin typeface="Arial" panose="020B0604020202020204" pitchFamily="34" charset="0"/>
              </a:rPr>
              <a:t>共用边</a:t>
            </a:r>
            <a:r>
              <a:rPr lang="en-US" altLang="zh-CN" sz="800">
                <a:latin typeface="Arial" panose="020B0604020202020204" pitchFamily="34" charset="0"/>
              </a:rPr>
              <a:t>        		 90372</a:t>
            </a:r>
            <a:endParaRPr lang="en-US" altLang="zh-CN" sz="800">
              <a:latin typeface="Arial" panose="020B0604020202020204" pitchFamily="34" charset="0"/>
            </a:endParaRPr>
          </a:p>
          <a:p>
            <a:r>
              <a:rPr lang="en-US" altLang="zh-CN" sz="800">
                <a:latin typeface="Arial" panose="020B0604020202020204" pitchFamily="34" charset="0"/>
              </a:rPr>
              <a:t>    </a:t>
            </a:r>
            <a:r>
              <a:rPr lang="zh-CN" altLang="en-US" sz="800">
                <a:latin typeface="Arial" panose="020B0604020202020204" pitchFamily="34" charset="0"/>
              </a:rPr>
              <a:t>多重边</a:t>
            </a:r>
            <a:r>
              <a:rPr lang="en-US" altLang="zh-CN" sz="800">
                <a:latin typeface="Arial" panose="020B0604020202020204" pitchFamily="34" charset="0"/>
              </a:rPr>
              <a:t>            		 0</a:t>
            </a:r>
            <a:endParaRPr lang="en-US" altLang="zh-CN" sz="800">
              <a:latin typeface="Arial" panose="020B0604020202020204" pitchFamily="34" charset="0"/>
            </a:endParaRPr>
          </a:p>
          <a:p>
            <a:endParaRPr lang="en-US" altLang="zh-CN" sz="800">
              <a:latin typeface="Arial" panose="020B0604020202020204" pitchFamily="34" charset="0"/>
            </a:endParaRPr>
          </a:p>
          <a:p>
            <a:r>
              <a:rPr lang="zh-CN" altLang="en-US" sz="800">
                <a:latin typeface="Arial" panose="020B0604020202020204" pitchFamily="34" charset="0"/>
              </a:rPr>
              <a:t>取向细节</a:t>
            </a:r>
            <a:r>
              <a:rPr lang="en-US" altLang="zh-CN" sz="800">
                <a:latin typeface="Arial" panose="020B0604020202020204" pitchFamily="34" charset="0"/>
              </a:rPr>
              <a:t>:</a:t>
            </a:r>
            <a:endParaRPr lang="en-US" altLang="zh-CN" sz="800">
              <a:latin typeface="Arial" panose="020B0604020202020204" pitchFamily="34" charset="0"/>
            </a:endParaRPr>
          </a:p>
          <a:p>
            <a:r>
              <a:rPr lang="en-US" altLang="zh-CN" sz="800">
                <a:latin typeface="Arial" panose="020B0604020202020204" pitchFamily="34" charset="0"/>
              </a:rPr>
              <a:t>    </a:t>
            </a:r>
            <a:r>
              <a:rPr lang="zh-CN" altLang="en-US" sz="800">
                <a:latin typeface="Arial" panose="020B0604020202020204" pitchFamily="34" charset="0"/>
              </a:rPr>
              <a:t>配向不正确的单元</a:t>
            </a:r>
            <a:r>
              <a:rPr lang="en-US" altLang="zh-CN" sz="800">
                <a:latin typeface="Arial" panose="020B0604020202020204" pitchFamily="34" charset="0"/>
              </a:rPr>
              <a:t>     	 0</a:t>
            </a:r>
            <a:endParaRPr lang="en-US" altLang="zh-CN" sz="800">
              <a:latin typeface="Arial" panose="020B0604020202020204" pitchFamily="34" charset="0"/>
            </a:endParaRPr>
          </a:p>
          <a:p>
            <a:endParaRPr lang="en-US" altLang="zh-CN" sz="800">
              <a:latin typeface="Arial" panose="020B0604020202020204" pitchFamily="34" charset="0"/>
            </a:endParaRPr>
          </a:p>
          <a:p>
            <a:r>
              <a:rPr lang="zh-CN" altLang="en-US" sz="800">
                <a:latin typeface="Arial" panose="020B0604020202020204" pitchFamily="34" charset="0"/>
              </a:rPr>
              <a:t>交叉点细节</a:t>
            </a:r>
            <a:r>
              <a:rPr lang="en-US" altLang="zh-CN" sz="800">
                <a:latin typeface="Arial" panose="020B0604020202020204" pitchFamily="34" charset="0"/>
              </a:rPr>
              <a:t>:</a:t>
            </a:r>
            <a:endParaRPr lang="en-US" altLang="zh-CN" sz="800">
              <a:latin typeface="Arial" panose="020B0604020202020204" pitchFamily="34" charset="0"/>
            </a:endParaRPr>
          </a:p>
          <a:p>
            <a:r>
              <a:rPr lang="en-US" altLang="zh-CN" sz="800">
                <a:latin typeface="Arial" panose="020B0604020202020204" pitchFamily="34" charset="0"/>
              </a:rPr>
              <a:t>    </a:t>
            </a:r>
            <a:r>
              <a:rPr lang="zh-CN" altLang="en-US" sz="800">
                <a:latin typeface="Arial" panose="020B0604020202020204" pitchFamily="34" charset="0"/>
              </a:rPr>
              <a:t>相交单元</a:t>
            </a:r>
            <a:r>
              <a:rPr lang="en-US" altLang="zh-CN" sz="800">
                <a:latin typeface="Arial" panose="020B0604020202020204" pitchFamily="34" charset="0"/>
              </a:rPr>
              <a:t>             	 0</a:t>
            </a:r>
            <a:endParaRPr lang="en-US" altLang="zh-CN" sz="800">
              <a:latin typeface="Arial" panose="020B0604020202020204" pitchFamily="34" charset="0"/>
            </a:endParaRPr>
          </a:p>
          <a:p>
            <a:r>
              <a:rPr lang="en-US" altLang="zh-CN" sz="800">
                <a:latin typeface="Arial" panose="020B0604020202020204" pitchFamily="34" charset="0"/>
              </a:rPr>
              <a:t>    </a:t>
            </a:r>
            <a:r>
              <a:rPr lang="zh-CN" altLang="en-US" sz="800">
                <a:latin typeface="Arial" panose="020B0604020202020204" pitchFamily="34" charset="0"/>
              </a:rPr>
              <a:t>完全重叠单元</a:t>
            </a:r>
            <a:r>
              <a:rPr lang="en-US" altLang="zh-CN" sz="800">
                <a:latin typeface="Arial" panose="020B0604020202020204" pitchFamily="34" charset="0"/>
              </a:rPr>
              <a:t>              	 0</a:t>
            </a:r>
            <a:endParaRPr lang="en-US" altLang="zh-CN" sz="800">
              <a:latin typeface="Arial" panose="020B0604020202020204" pitchFamily="34" charset="0"/>
            </a:endParaRPr>
          </a:p>
          <a:p>
            <a:endParaRPr lang="en-US" altLang="zh-CN" sz="800">
              <a:latin typeface="Arial" panose="020B0604020202020204" pitchFamily="34" charset="0"/>
            </a:endParaRPr>
          </a:p>
          <a:p>
            <a:r>
              <a:rPr lang="zh-CN" altLang="en-US" sz="800">
                <a:latin typeface="Arial" panose="020B0604020202020204" pitchFamily="34" charset="0"/>
              </a:rPr>
              <a:t>匹配百分比</a:t>
            </a:r>
            <a:r>
              <a:rPr lang="en-US" altLang="zh-CN" sz="800">
                <a:latin typeface="Arial" panose="020B0604020202020204" pitchFamily="34" charset="0"/>
              </a:rPr>
              <a:t>:</a:t>
            </a:r>
            <a:endParaRPr lang="en-US" altLang="zh-CN" sz="800">
              <a:latin typeface="Arial" panose="020B0604020202020204" pitchFamily="34" charset="0"/>
            </a:endParaRPr>
          </a:p>
          <a:p>
            <a:r>
              <a:rPr lang="en-US" altLang="zh-CN" sz="800">
                <a:latin typeface="Arial" panose="020B0604020202020204" pitchFamily="34" charset="0"/>
              </a:rPr>
              <a:t>    </a:t>
            </a:r>
            <a:r>
              <a:rPr lang="zh-CN" altLang="en-US" sz="800">
                <a:latin typeface="Arial" panose="020B0604020202020204" pitchFamily="34" charset="0"/>
              </a:rPr>
              <a:t>匹配百分比</a:t>
            </a:r>
            <a:r>
              <a:rPr lang="en-US" altLang="zh-CN" sz="800">
                <a:latin typeface="Arial" panose="020B0604020202020204" pitchFamily="34" charset="0"/>
              </a:rPr>
              <a:t>      		 94.7%</a:t>
            </a:r>
            <a:endParaRPr lang="en-US" altLang="zh-CN" sz="800">
              <a:latin typeface="Arial" panose="020B0604020202020204" pitchFamily="34" charset="0"/>
            </a:endParaRPr>
          </a:p>
          <a:p>
            <a:r>
              <a:rPr lang="en-US" altLang="zh-CN" sz="800">
                <a:latin typeface="Arial" panose="020B0604020202020204" pitchFamily="34" charset="0"/>
              </a:rPr>
              <a:t>    </a:t>
            </a:r>
            <a:r>
              <a:rPr lang="zh-CN" altLang="en-US" sz="800">
                <a:latin typeface="Arial" panose="020B0604020202020204" pitchFamily="34" charset="0"/>
              </a:rPr>
              <a:t>相互百分比</a:t>
            </a:r>
            <a:r>
              <a:rPr lang="en-US" altLang="zh-CN" sz="800">
                <a:latin typeface="Arial" panose="020B0604020202020204" pitchFamily="34" charset="0"/>
              </a:rPr>
              <a:t>           	 96.4%</a:t>
            </a:r>
            <a:endParaRPr lang="en-US" altLang="zh-CN" sz="800">
              <a:latin typeface="Arial" panose="020B0604020202020204" pitchFamily="34" charset="0"/>
            </a:endParaRPr>
          </a:p>
          <a:p>
            <a:endParaRPr lang="en-US" altLang="zh-CN" sz="800">
              <a:latin typeface="Arial" panose="020B0604020202020204" pitchFamily="34" charset="0"/>
            </a:endParaRPr>
          </a:p>
          <a:p>
            <a:r>
              <a:rPr lang="zh-CN" altLang="en-US" sz="800">
                <a:latin typeface="Arial" panose="020B0604020202020204" pitchFamily="34" charset="0"/>
              </a:rPr>
              <a:t>适合</a:t>
            </a:r>
            <a:r>
              <a:rPr lang="en-US" altLang="zh-CN" sz="800">
                <a:latin typeface="Arial" panose="020B0604020202020204" pitchFamily="34" charset="0"/>
              </a:rPr>
              <a:t> Dual Domain </a:t>
            </a:r>
            <a:r>
              <a:rPr lang="zh-CN" altLang="en-US" sz="800">
                <a:latin typeface="Arial" panose="020B0604020202020204" pitchFamily="34" charset="0"/>
              </a:rPr>
              <a:t>分析。</a:t>
            </a:r>
            <a:endParaRPr lang="zh-CN" altLang="en-US" sz="80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8193" name="标题 1"/>
          <p:cNvSpPr>
            <a:spLocks noGrp="1"/>
          </p:cNvSpPr>
          <p:nvPr>
            <p:ph type="title"/>
          </p:nvPr>
        </p:nvSpPr>
        <p:spPr>
          <a:xfrm>
            <a:off x="7908925" y="115888"/>
            <a:ext cx="1235075" cy="401637"/>
          </a:xfrm>
        </p:spPr>
        <p:txBody>
          <a:bodyPr vert="horz" wrap="square" lIns="91440" tIns="45720" rIns="91440" bIns="45720" anchor="ctr" anchorCtr="0"/>
          <a:p>
            <a:r>
              <a:rPr lang="zh-CN" altLang="en-US" sz="2000" b="1" u="sng" dirty="0">
                <a:ea typeface="等线 Light" panose="02010600030101010101" pitchFamily="2" charset="-122"/>
              </a:rPr>
              <a:t>材料信息</a:t>
            </a:r>
            <a:endParaRPr lang="zh-CN" altLang="en-US" sz="2000" b="1" u="sng" dirty="0">
              <a:ea typeface="等线 Light" panose="02010600030101010101" pitchFamily="2" charset="-122"/>
            </a:endParaRPr>
          </a:p>
        </p:txBody>
      </p:sp>
      <p:sp>
        <p:nvSpPr>
          <p:cNvPr id="8194" name="Text Box 3"/>
          <p:cNvSpPr txBox="1"/>
          <p:nvPr/>
        </p:nvSpPr>
        <p:spPr>
          <a:xfrm>
            <a:off x="1792288" y="765175"/>
            <a:ext cx="1262062" cy="307975"/>
          </a:xfrm>
          <a:prstGeom prst="rect">
            <a:avLst/>
          </a:prstGeom>
          <a:noFill/>
          <a:ln w="9525">
            <a:noFill/>
          </a:ln>
        </p:spPr>
        <p:txBody>
          <a:bodyPr wrap="none" anchor="t" anchorCtr="0">
            <a:spAutoFit/>
          </a:bodyPr>
          <a:p>
            <a:pPr algn="ctr"/>
            <a:r>
              <a:rPr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sym typeface="Calibri" panose="020F0502020204030204" charset="0"/>
              </a:rPr>
              <a:t>材料基本信息</a:t>
            </a:r>
            <a:endParaRPr lang="en-US" altLang="zh-CN" sz="1400" b="1" dirty="0">
              <a:solidFill>
                <a:schemeClr val="tx1"/>
              </a:solidFill>
              <a:latin typeface="Times New Roman" panose="02020603050405020304" pitchFamily="18" charset="0"/>
              <a:sym typeface="Calibri" panose="020F0502020204030204" charset="0"/>
            </a:endParaRPr>
          </a:p>
        </p:txBody>
      </p:sp>
      <p:sp>
        <p:nvSpPr>
          <p:cNvPr id="8195" name="Text Box 4"/>
          <p:cNvSpPr txBox="1"/>
          <p:nvPr/>
        </p:nvSpPr>
        <p:spPr>
          <a:xfrm>
            <a:off x="6218238" y="765175"/>
            <a:ext cx="901700" cy="307975"/>
          </a:xfrm>
          <a:prstGeom prst="rect">
            <a:avLst/>
          </a:prstGeom>
          <a:noFill/>
          <a:ln w="9525">
            <a:noFill/>
          </a:ln>
        </p:spPr>
        <p:txBody>
          <a:bodyPr wrap="none" anchor="t" anchorCtr="0">
            <a:spAutoFit/>
          </a:bodyPr>
          <a:p>
            <a:pPr algn="ctr"/>
            <a:r>
              <a:rPr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sym typeface="Calibri" panose="020F0502020204030204" charset="0"/>
              </a:rPr>
              <a:t>推荐工艺</a:t>
            </a:r>
            <a:endParaRPr lang="en-US" altLang="zh-CN" sz="1400" b="1" dirty="0">
              <a:solidFill>
                <a:schemeClr val="tx1"/>
              </a:solidFill>
              <a:latin typeface="Times New Roman" panose="02020603050405020304" pitchFamily="18" charset="0"/>
              <a:sym typeface="Calibri" panose="020F0502020204030204" charset="0"/>
            </a:endParaRPr>
          </a:p>
        </p:txBody>
      </p:sp>
      <p:sp>
        <p:nvSpPr>
          <p:cNvPr id="8196" name="Text Box 5"/>
          <p:cNvSpPr txBox="1"/>
          <p:nvPr/>
        </p:nvSpPr>
        <p:spPr>
          <a:xfrm>
            <a:off x="1928813" y="3856038"/>
            <a:ext cx="903287" cy="307975"/>
          </a:xfrm>
          <a:prstGeom prst="rect">
            <a:avLst/>
          </a:prstGeom>
          <a:noFill/>
          <a:ln w="9525">
            <a:noFill/>
          </a:ln>
        </p:spPr>
        <p:txBody>
          <a:bodyPr wrap="none" anchor="t" anchorCtr="0">
            <a:spAutoFit/>
          </a:bodyPr>
          <a:p>
            <a:pPr algn="ctr"/>
            <a:r>
              <a:rPr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sym typeface="Calibri" panose="020F0502020204030204" charset="0"/>
              </a:rPr>
              <a:t>粘度曲线</a:t>
            </a:r>
            <a:endParaRPr lang="en-US" altLang="zh-CN" sz="1400" b="1" dirty="0">
              <a:solidFill>
                <a:schemeClr val="tx1"/>
              </a:solidFill>
              <a:latin typeface="Times New Roman" panose="02020603050405020304" pitchFamily="18" charset="0"/>
              <a:sym typeface="Calibri" panose="020F0502020204030204" charset="0"/>
            </a:endParaRPr>
          </a:p>
        </p:txBody>
      </p:sp>
      <p:sp>
        <p:nvSpPr>
          <p:cNvPr id="8197" name="Text Box 7"/>
          <p:cNvSpPr txBox="1"/>
          <p:nvPr/>
        </p:nvSpPr>
        <p:spPr>
          <a:xfrm>
            <a:off x="5895975" y="3789363"/>
            <a:ext cx="1930400" cy="304800"/>
          </a:xfrm>
          <a:prstGeom prst="rect">
            <a:avLst/>
          </a:prstGeom>
          <a:noFill/>
          <a:ln w="9525">
            <a:noFill/>
          </a:ln>
        </p:spPr>
        <p:txBody>
          <a:bodyPr anchor="t" anchorCtr="0">
            <a:spAutoFit/>
          </a:bodyPr>
          <a:p>
            <a:pPr algn="ctr">
              <a:spcBef>
                <a:spcPct val="50000"/>
              </a:spcBef>
            </a:pPr>
            <a:r>
              <a:rPr lang="en-US" altLang="zh-CN" sz="1400" b="1" dirty="0">
                <a:solidFill>
                  <a:schemeClr val="tx1"/>
                </a:solidFill>
                <a:latin typeface="Times New Roman" panose="02020603050405020304" pitchFamily="18" charset="0"/>
                <a:sym typeface="Calibri" panose="020F0502020204030204" charset="0"/>
              </a:rPr>
              <a:t>PVT </a:t>
            </a:r>
            <a:r>
              <a:rPr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sym typeface="Calibri" panose="020F0502020204030204" charset="0"/>
              </a:rPr>
              <a:t>曲线</a:t>
            </a:r>
            <a:endParaRPr lang="en-US" altLang="zh-CN" sz="1400" b="1" dirty="0">
              <a:solidFill>
                <a:schemeClr val="tx1"/>
              </a:solidFill>
              <a:latin typeface="Times New Roman" panose="02020603050405020304" pitchFamily="18" charset="0"/>
              <a:sym typeface="Calibri" panose="020F0502020204030204" charset="0"/>
            </a:endParaRPr>
          </a:p>
        </p:txBody>
      </p:sp>
      <p:sp>
        <p:nvSpPr>
          <p:cNvPr id="8198" name="文本框 5"/>
          <p:cNvSpPr txBox="1"/>
          <p:nvPr/>
        </p:nvSpPr>
        <p:spPr>
          <a:xfrm>
            <a:off x="9790113" y="1649413"/>
            <a:ext cx="311150" cy="368300"/>
          </a:xfrm>
          <a:prstGeom prst="rect">
            <a:avLst/>
          </a:prstGeom>
          <a:noFill/>
          <a:ln w="9525">
            <a:noFill/>
          </a:ln>
        </p:spPr>
        <p:txBody>
          <a:bodyPr wrap="none" anchor="t" anchorCtr="0">
            <a:spAutoFit/>
          </a:bodyPr>
          <a:p>
            <a:endParaRPr lang="zh-CN" altLang="en-US">
              <a:latin typeface="Arial" panose="020B0604020202020204" pitchFamily="34" charset="0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9410" y="1051560"/>
            <a:ext cx="4502150" cy="2792095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5420" y="1015365"/>
            <a:ext cx="3464560" cy="2828290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60" y="4164330"/>
            <a:ext cx="4519930" cy="255778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4094480"/>
            <a:ext cx="4528820" cy="24790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9217" name="标题 1"/>
          <p:cNvSpPr>
            <a:spLocks noGrp="1"/>
          </p:cNvSpPr>
          <p:nvPr>
            <p:ph type="title"/>
          </p:nvPr>
        </p:nvSpPr>
        <p:spPr>
          <a:xfrm>
            <a:off x="5076825" y="44450"/>
            <a:ext cx="1738313" cy="488950"/>
          </a:xfrm>
        </p:spPr>
        <p:txBody>
          <a:bodyPr vert="horz" wrap="square" lIns="91440" tIns="45720" rIns="91440" bIns="45720" anchor="ctr" anchorCtr="0"/>
          <a:p>
            <a:r>
              <a:rPr lang="zh-CN" altLang="en-US" sz="2000" b="1" u="sng" dirty="0">
                <a:ea typeface="等线 Light" panose="02010600030101010101" pitchFamily="2" charset="-122"/>
              </a:rPr>
              <a:t>动态填充动画</a:t>
            </a:r>
            <a:endParaRPr lang="zh-CN" altLang="en-US" sz="2000" b="1" u="sng" dirty="0">
              <a:ea typeface="等线 Light" panose="02010600030101010101" pitchFamily="2" charset="-122"/>
            </a:endParaRPr>
          </a:p>
        </p:txBody>
      </p:sp>
      <p:graphicFrame>
        <p:nvGraphicFramePr>
          <p:cNvPr id="7" name="Group 28"/>
          <p:cNvGraphicFramePr>
            <a:graphicFrameLocks noGrp="1"/>
          </p:cNvGraphicFramePr>
          <p:nvPr/>
        </p:nvGraphicFramePr>
        <p:xfrm>
          <a:off x="0" y="6121400"/>
          <a:ext cx="9144000" cy="692150"/>
        </p:xfrm>
        <a:graphic>
          <a:graphicData uri="http://schemas.openxmlformats.org/drawingml/2006/table">
            <a:tbl>
              <a:tblPr/>
              <a:tblGrid>
                <a:gridCol w="1552755"/>
                <a:gridCol w="7591245"/>
              </a:tblGrid>
              <a:tr h="3460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结果说明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T="45655" marB="45655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能充填满，无短射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T="45655" marB="45655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分析要求 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T="45655" marB="45655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制品填充平衡，无缺胶，无滞留，无跑道效应，流动方向一致，填充速度均匀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T="45655" marB="45655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9229" name="文本框 4"/>
          <p:cNvSpPr txBox="1"/>
          <p:nvPr>
            <p:custDataLst>
              <p:tags r:id="rId1"/>
            </p:custDataLst>
          </p:nvPr>
        </p:nvSpPr>
        <p:spPr>
          <a:xfrm>
            <a:off x="6932613" y="5373688"/>
            <a:ext cx="1503362" cy="27559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p>
            <a:r>
              <a:rPr lang="en-US" altLang="zh-CN" sz="1200" u="none" dirty="0">
                <a:solidFill>
                  <a:schemeClr val="tx1"/>
                </a:solidFill>
                <a:latin typeface="宋体" panose="02010600030101010101" pitchFamily="2" charset="-122"/>
                <a:sym typeface="宋体" panose="02010600030101010101" pitchFamily="2" charset="-122"/>
              </a:rPr>
              <a:t>Shitf+F5 </a:t>
            </a:r>
            <a:r>
              <a:rPr lang="zh-CN" altLang="en-US" sz="1200" u="none" dirty="0">
                <a:solidFill>
                  <a:schemeClr val="tx1"/>
                </a:solidFill>
                <a:latin typeface="宋体" panose="02010600030101010101" pitchFamily="2" charset="-122"/>
                <a:sym typeface="宋体" panose="02010600030101010101" pitchFamily="2" charset="-122"/>
              </a:rPr>
              <a:t>播放</a:t>
            </a:r>
            <a:endParaRPr lang="zh-CN" altLang="zh-CN" sz="1200" u="none" dirty="0">
              <a:solidFill>
                <a:schemeClr val="tx1"/>
              </a:solidFill>
              <a:latin typeface="宋体" panose="02010600030101010101" pitchFamily="2" charset="-122"/>
              <a:sym typeface="宋体" panose="02010600030101010101" pitchFamily="2" charset="-122"/>
            </a:endParaRPr>
          </a:p>
        </p:txBody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244205" y="116840"/>
            <a:ext cx="642620" cy="400050"/>
          </a:xfrm>
        </p:spPr>
        <p:txBody>
          <a:bodyPr vert="horz" wrap="square" lIns="91440" tIns="45720" rIns="91440" bIns="45720" numCol="1" rtlCol="0" anchor="ctr" anchorCtr="0" compatLnSpc="1">
            <a:normAutofit fontScale="90000"/>
          </a:bodyPr>
          <a:lstStyle/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zh-CN" sz="2000" b="1" i="0" u="sng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压力</a:t>
            </a:r>
            <a:endParaRPr kumimoji="0" lang="zh-CN" altLang="zh-CN" sz="2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ea"/>
              <a:ea typeface="+mj-ea"/>
              <a:cs typeface="+mj-cs"/>
            </a:endParaRPr>
          </a:p>
        </p:txBody>
      </p:sp>
      <p:graphicFrame>
        <p:nvGraphicFramePr>
          <p:cNvPr id="7" name="Group 28"/>
          <p:cNvGraphicFramePr>
            <a:graphicFrameLocks noGrp="1"/>
          </p:cNvGraphicFramePr>
          <p:nvPr/>
        </p:nvGraphicFramePr>
        <p:xfrm>
          <a:off x="0" y="6121400"/>
          <a:ext cx="9144000" cy="692150"/>
        </p:xfrm>
        <a:graphic>
          <a:graphicData uri="http://schemas.openxmlformats.org/drawingml/2006/table">
            <a:tbl>
              <a:tblPr/>
              <a:tblGrid>
                <a:gridCol w="1552755"/>
                <a:gridCol w="7591245"/>
              </a:tblGrid>
              <a:tr h="3460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结果说明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T="45655" marB="45655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2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压力都</a:t>
                      </a:r>
                      <a:r>
                        <a:rPr kumimoji="0" lang="en-US" altLang="zh-CN" sz="12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OK</a:t>
                      </a:r>
                      <a:r>
                        <a:rPr kumimoji="0" lang="zh-CN" altLang="en-US" sz="12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，</a:t>
                      </a:r>
                      <a:endParaRPr kumimoji="0" lang="zh-CN" altLang="en-US" sz="12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T="45655" marB="45655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分析要求 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T="45655" marB="45655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zh-CN" altLang="zh-CN" sz="120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保压切换应该在注射完成</a:t>
                      </a:r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95%</a:t>
                      </a:r>
                      <a:r>
                        <a:rPr lang="zh-CN" altLang="zh-CN" sz="120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～</a:t>
                      </a:r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99%</a:t>
                      </a:r>
                      <a:r>
                        <a:rPr lang="zh-CN" altLang="zh-CN" sz="120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之间，最大压力</a:t>
                      </a:r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&lt;</a:t>
                      </a:r>
                      <a:r>
                        <a:rPr lang="zh-CN" altLang="zh-CN" sz="120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注塑机极限压力</a:t>
                      </a:r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*80%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T="45655" marB="45655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67475" y="188913"/>
            <a:ext cx="2674938" cy="400050"/>
          </a:xfrm>
        </p:spPr>
        <p:txBody>
          <a:bodyPr vert="horz" wrap="square" lIns="91440" tIns="45720" rIns="91440" bIns="45720" numCol="1" rtlCol="0" anchor="ctr" anchorCtr="0" compatLnSpc="1">
            <a:normAutofit/>
          </a:bodyPr>
          <a:lstStyle/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2000" b="1" i="0" u="sng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V/P</a:t>
            </a:r>
            <a:r>
              <a:rPr kumimoji="0" lang="zh-CN" altLang="zh-CN" sz="2000" b="1" i="0" u="sng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转换及其压力分布</a:t>
            </a:r>
            <a:endParaRPr kumimoji="0" lang="zh-CN" altLang="zh-CN" sz="2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ea"/>
              <a:ea typeface="+mj-ea"/>
              <a:cs typeface="+mj-cs"/>
            </a:endParaRPr>
          </a:p>
        </p:txBody>
      </p:sp>
      <p:graphicFrame>
        <p:nvGraphicFramePr>
          <p:cNvPr id="7" name="Group 28"/>
          <p:cNvGraphicFramePr>
            <a:graphicFrameLocks noGrp="1"/>
          </p:cNvGraphicFramePr>
          <p:nvPr/>
        </p:nvGraphicFramePr>
        <p:xfrm>
          <a:off x="0" y="6121400"/>
          <a:ext cx="9144000" cy="692150"/>
        </p:xfrm>
        <a:graphic>
          <a:graphicData uri="http://schemas.openxmlformats.org/drawingml/2006/table">
            <a:tbl>
              <a:tblPr/>
              <a:tblGrid>
                <a:gridCol w="1552755"/>
                <a:gridCol w="7591245"/>
              </a:tblGrid>
              <a:tr h="3460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结果说明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T="45655" marB="45655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2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压力都</a:t>
                      </a:r>
                      <a:r>
                        <a:rPr kumimoji="0" lang="en-US" altLang="zh-CN" sz="12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OK</a:t>
                      </a:r>
                      <a:r>
                        <a:rPr kumimoji="0" lang="zh-CN" altLang="en-US" sz="12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，</a:t>
                      </a:r>
                      <a:endParaRPr kumimoji="0" lang="zh-CN" altLang="en-US" sz="12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T="45655" marB="45655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分析要求 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T="45655" marB="45655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zh-CN" altLang="zh-CN" sz="120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保压切换应该在注射完成</a:t>
                      </a:r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95%</a:t>
                      </a:r>
                      <a:r>
                        <a:rPr lang="zh-CN" altLang="zh-CN" sz="120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～</a:t>
                      </a:r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99%</a:t>
                      </a:r>
                      <a:r>
                        <a:rPr lang="zh-CN" altLang="zh-CN" sz="120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之间，最大压力</a:t>
                      </a:r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&lt;</a:t>
                      </a:r>
                      <a:r>
                        <a:rPr lang="zh-CN" altLang="zh-CN" sz="120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注塑机极限压力</a:t>
                      </a:r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*80%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T="45655" marB="45655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43663" y="147638"/>
            <a:ext cx="2692400" cy="401638"/>
          </a:xfrm>
        </p:spPr>
        <p:txBody>
          <a:bodyPr vert="horz" wrap="square" lIns="91440" tIns="45720" rIns="91440" bIns="45720" numCol="1" rtlCol="0" anchor="ctr" anchorCtr="0" compatLnSpc="1">
            <a:normAutofit/>
          </a:bodyPr>
          <a:lstStyle/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1" i="0" u="sng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注射位置处压力</a:t>
            </a:r>
            <a:r>
              <a:rPr kumimoji="0" lang="en-US" altLang="zh-CN" sz="2000" b="1" i="0" u="sng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XY</a:t>
            </a:r>
            <a:r>
              <a:rPr kumimoji="0" lang="zh-CN" altLang="en-US" sz="2000" b="1" i="0" u="sng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图</a:t>
            </a:r>
            <a:endParaRPr kumimoji="0" lang="zh-CN" altLang="zh-CN" sz="4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ea"/>
              <a:ea typeface="+mj-ea"/>
              <a:cs typeface="+mj-cs"/>
            </a:endParaRPr>
          </a:p>
        </p:txBody>
      </p:sp>
      <p:graphicFrame>
        <p:nvGraphicFramePr>
          <p:cNvPr id="6" name="Group 28"/>
          <p:cNvGraphicFramePr>
            <a:graphicFrameLocks noGrp="1"/>
          </p:cNvGraphicFramePr>
          <p:nvPr/>
        </p:nvGraphicFramePr>
        <p:xfrm>
          <a:off x="0" y="6121400"/>
          <a:ext cx="9144000" cy="692150"/>
        </p:xfrm>
        <a:graphic>
          <a:graphicData uri="http://schemas.openxmlformats.org/drawingml/2006/table">
            <a:tbl>
              <a:tblPr/>
              <a:tblGrid>
                <a:gridCol w="1552755"/>
                <a:gridCol w="7591245"/>
              </a:tblGrid>
              <a:tr h="3460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结果说明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T="45655" marB="45655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en-US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T="45655" marB="45655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分析要求 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T="45655" marB="45655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zh-CN" alt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应避免压力分布出现巨大变化，压力要求：</a:t>
                      </a:r>
                      <a:r>
                        <a:rPr lang="en-US" altLang="zh-CN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PP≤70mpa</a:t>
                      </a:r>
                      <a:r>
                        <a:rPr lang="zh-CN" alt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，</a:t>
                      </a:r>
                      <a:r>
                        <a:rPr lang="en-US" altLang="zh-CN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ABS≤90mpa</a:t>
                      </a:r>
                      <a:r>
                        <a:rPr lang="zh-CN" alt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，</a:t>
                      </a:r>
                      <a:r>
                        <a:rPr lang="en-US" altLang="zh-CN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PC+ABS≤100mpa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T="45655" marB="45655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aphicFrame>
        <p:nvGraphicFramePr>
          <p:cNvPr id="19489" name="Group 33"/>
          <p:cNvGraphicFramePr>
            <a:graphicFrameLocks noGrp="1"/>
          </p:cNvGraphicFramePr>
          <p:nvPr/>
        </p:nvGraphicFramePr>
        <p:xfrm>
          <a:off x="0" y="5626100"/>
          <a:ext cx="9144000" cy="1187451"/>
        </p:xfrm>
        <a:graphic>
          <a:graphicData uri="http://schemas.openxmlformats.org/drawingml/2006/table">
            <a:tbl>
              <a:tblPr/>
              <a:tblGrid>
                <a:gridCol w="1610264"/>
                <a:gridCol w="1610264"/>
                <a:gridCol w="1610264"/>
                <a:gridCol w="823595"/>
                <a:gridCol w="1503045"/>
                <a:gridCol w="1986567"/>
              </a:tblGrid>
              <a:tr h="61067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流动前沿温差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T="45792" marB="4579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T="45792" marB="4579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产品外观面温差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T="45792" marB="4579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zh-CN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&lt;20℃</a:t>
                      </a:r>
                      <a:endParaRPr kumimoji="0" lang="en-US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T="45792" marB="4579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材料推荐成型范围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T="45792" marB="4579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0" lang="en-US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T="45792" marB="4579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28838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流前温度说明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T="45792" marB="4579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流动前沿温度波动在可接受范围内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T="45792" marB="4579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28838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分析要求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T="45792" marB="4579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zh-CN" altLang="zh-CN" sz="120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所有区域都应在材料成形温度范围内，外观区域温差要求在</a:t>
                      </a:r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</a:t>
                      </a:r>
                      <a:r>
                        <a:rPr lang="zh-CN" altLang="zh-CN" sz="120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℃以内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T="45792" marB="4579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</a:tbl>
          </a:graphicData>
        </a:graphic>
      </p:graphicFrame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308850" y="131763"/>
            <a:ext cx="1816100" cy="417513"/>
          </a:xfrm>
        </p:spPr>
        <p:txBody>
          <a:bodyPr vert="horz" wrap="square" lIns="91440" tIns="45720" rIns="91440" bIns="45720" numCol="1" rtlCol="0" anchor="ctr" anchorCtr="0" compatLnSpc="1">
            <a:normAutofit/>
          </a:bodyPr>
          <a:lstStyle/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zh-CN" sz="2000" b="1" i="0" u="sng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流动前沿温度</a:t>
            </a:r>
            <a:endParaRPr kumimoji="0" lang="zh-CN" altLang="zh-CN" sz="2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ea"/>
              <a:ea typeface="+mj-ea"/>
              <a:cs typeface="+mj-c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aphicFrame>
        <p:nvGraphicFramePr>
          <p:cNvPr id="22549" name="Group 21"/>
          <p:cNvGraphicFramePr>
            <a:graphicFrameLocks noGrp="1"/>
          </p:cNvGraphicFramePr>
          <p:nvPr/>
        </p:nvGraphicFramePr>
        <p:xfrm>
          <a:off x="0" y="5716588"/>
          <a:ext cx="9144000" cy="822723"/>
        </p:xfrm>
        <a:graphic>
          <a:graphicData uri="http://schemas.openxmlformats.org/drawingml/2006/table">
            <a:tbl>
              <a:tblPr/>
              <a:tblGrid>
                <a:gridCol w="1897811"/>
                <a:gridCol w="2674189"/>
                <a:gridCol w="1897811"/>
                <a:gridCol w="2674189"/>
              </a:tblGrid>
              <a:tr h="274241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zh-CN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CAE</a:t>
                      </a: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最大锁模力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T="45681" marB="45681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zh-CN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702T</a:t>
                      </a:r>
                      <a:endParaRPr kumimoji="0" lang="en-US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T="45681" marB="45681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注塑机最大锁模力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T="45681" marB="45681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zh-CN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800T</a:t>
                      </a:r>
                      <a:endParaRPr kumimoji="0" lang="en-US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T="45681" marB="4568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274241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锁模说明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T="45681" marB="45681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注塑压力</a:t>
                      </a:r>
                      <a:r>
                        <a:rPr kumimoji="0" lang="en-US" altLang="zh-CN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OK</a:t>
                      </a: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，请选择合适的注塑机台吨位。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T="45681" marB="45681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74241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分析要求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T="45681" marB="45681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zh-CN" sz="120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最大压力</a:t>
                      </a:r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&lt;</a:t>
                      </a:r>
                      <a:r>
                        <a:rPr lang="zh-CN" altLang="zh-CN" sz="120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注塑机极限压力×</a:t>
                      </a:r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70%</a:t>
                      </a:r>
                      <a:r>
                        <a:rPr kumimoji="0" lang="zh-CN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；</a:t>
                      </a:r>
                      <a:r>
                        <a:rPr kumimoji="0" lang="en-US" altLang="zh-CN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CAE</a:t>
                      </a: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最大锁模力＜实际注塑机最大锁模力</a:t>
                      </a:r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*80%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T="45681" marB="45681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</a:tbl>
          </a:graphicData>
        </a:graphic>
      </p:graphicFrame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804025" y="200025"/>
            <a:ext cx="2339975" cy="323850"/>
          </a:xfrm>
        </p:spPr>
        <p:txBody>
          <a:bodyPr vert="horz" wrap="square" lIns="91440" tIns="45720" rIns="91440" bIns="45720" numCol="1" rtlCol="0" anchor="ctr" anchorCtr="0" compatLnSpc="1">
            <a:normAutofit fontScale="90000"/>
          </a:bodyPr>
          <a:lstStyle/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zh-CN" sz="2000" b="1" i="0" u="sng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锁模力</a:t>
            </a:r>
            <a:r>
              <a:rPr kumimoji="0" lang="zh-CN" altLang="en-US" sz="2000" b="1" i="0" u="sng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：</a:t>
            </a:r>
            <a:r>
              <a:rPr kumimoji="0" lang="en-US" altLang="zh-CN" sz="2000" b="1" i="0" u="sng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XY</a:t>
            </a:r>
            <a:r>
              <a:rPr kumimoji="0" lang="zh-CN" altLang="en-US" sz="2000" b="1" i="0" u="sng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图</a:t>
            </a:r>
            <a:endParaRPr kumimoji="0" lang="zh-CN" altLang="zh-CN" sz="33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ea"/>
              <a:ea typeface="+mj-ea"/>
              <a:cs typeface="+mj-c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112125" y="200025"/>
            <a:ext cx="1019175" cy="293688"/>
          </a:xfrm>
        </p:spPr>
        <p:txBody>
          <a:bodyPr vert="horz" wrap="square" lIns="91440" tIns="45720" rIns="91440" bIns="45720" numCol="1" rtlCol="0" anchor="ctr" anchorCtr="0" compatLnSpc="1">
            <a:normAutofit fontScale="90000"/>
          </a:bodyPr>
          <a:lstStyle/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zh-CN" sz="2000" b="1" i="0" u="sng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熔接线</a:t>
            </a:r>
            <a:endParaRPr kumimoji="0" lang="zh-CN" altLang="zh-CN" sz="33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ea"/>
              <a:ea typeface="+mj-ea"/>
              <a:cs typeface="+mj-cs"/>
            </a:endParaRPr>
          </a:p>
        </p:txBody>
      </p:sp>
      <p:graphicFrame>
        <p:nvGraphicFramePr>
          <p:cNvPr id="6" name="Group 28"/>
          <p:cNvGraphicFramePr>
            <a:graphicFrameLocks noGrp="1"/>
          </p:cNvGraphicFramePr>
          <p:nvPr/>
        </p:nvGraphicFramePr>
        <p:xfrm>
          <a:off x="0" y="6121400"/>
          <a:ext cx="9144000" cy="692150"/>
        </p:xfrm>
        <a:graphic>
          <a:graphicData uri="http://schemas.openxmlformats.org/drawingml/2006/table">
            <a:tbl>
              <a:tblPr/>
              <a:tblGrid>
                <a:gridCol w="1552755"/>
                <a:gridCol w="7591245"/>
              </a:tblGrid>
              <a:tr h="3460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结果说明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T="45655" marB="45655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以上是方案的熔接线分布图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T="45655" marB="45655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分析要求 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T="45655" marB="45655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zh-CN" altLang="zh-CN" sz="120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尽量加大融合处的融合角度（大于</a:t>
                      </a:r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135 </a:t>
                      </a:r>
                      <a:r>
                        <a:rPr lang="zh-CN" altLang="zh-CN" sz="120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度）及减小融合温差（主要影响产品的强度），并使熔接线长度最小化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T="45655" marB="45655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602538" y="200025"/>
            <a:ext cx="1522413" cy="365125"/>
          </a:xfrm>
        </p:spPr>
        <p:txBody>
          <a:bodyPr vert="horz" wrap="square" lIns="91440" tIns="45720" rIns="91440" bIns="45720" numCol="1" rtlCol="0" anchor="ctr" anchorCtr="0" compatLnSpc="1">
            <a:normAutofit fontScale="90000"/>
          </a:bodyPr>
          <a:lstStyle/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zh-CN" sz="2000" b="1" i="0" u="sng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体积收缩率</a:t>
            </a:r>
            <a:endParaRPr kumimoji="0" lang="zh-CN" altLang="zh-CN" sz="33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ea"/>
              <a:ea typeface="+mj-ea"/>
              <a:cs typeface="+mj-cs"/>
            </a:endParaRPr>
          </a:p>
        </p:txBody>
      </p:sp>
      <p:graphicFrame>
        <p:nvGraphicFramePr>
          <p:cNvPr id="6" name="Group 28"/>
          <p:cNvGraphicFramePr>
            <a:graphicFrameLocks noGrp="1"/>
          </p:cNvGraphicFramePr>
          <p:nvPr/>
        </p:nvGraphicFramePr>
        <p:xfrm>
          <a:off x="0" y="6121400"/>
          <a:ext cx="9144000" cy="692150"/>
        </p:xfrm>
        <a:graphic>
          <a:graphicData uri="http://schemas.openxmlformats.org/drawingml/2006/table">
            <a:tbl>
              <a:tblPr/>
              <a:tblGrid>
                <a:gridCol w="1087120"/>
                <a:gridCol w="8056880"/>
              </a:tblGrid>
              <a:tr h="3460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结果说明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T="45655" marB="45655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体积收缩分布均匀。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T="45655" marB="45655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分析要求 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T="45655" marB="45655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zh-CN" altLang="zh-CN" sz="120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体积收缩应尽可能均匀</a:t>
                      </a:r>
                      <a:r>
                        <a:rPr lang="zh-CN" altLang="en-US" sz="120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，以</a:t>
                      </a:r>
                      <a:r>
                        <a:rPr lang="zh-CN" altLang="zh-CN" sz="120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半结晶材料</a:t>
                      </a:r>
                      <a:r>
                        <a:rPr lang="zh-CN" altLang="en-US" sz="120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为例</a:t>
                      </a:r>
                      <a:r>
                        <a:rPr lang="zh-CN" altLang="zh-CN" sz="120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，与邻近区域体积收缩差值应小于</a:t>
                      </a:r>
                      <a:r>
                        <a:rPr lang="en-US" altLang="zh-CN" sz="120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2%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T="45655" marB="45655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916863" y="200025"/>
            <a:ext cx="1223963" cy="365125"/>
          </a:xfrm>
        </p:spPr>
        <p:txBody>
          <a:bodyPr vert="horz" wrap="square" lIns="91440" tIns="45720" rIns="91440" bIns="45720" numCol="1" rtlCol="0" anchor="ctr" anchorCtr="0" compatLnSpc="1">
            <a:normAutofit fontScale="90000"/>
          </a:bodyPr>
          <a:lstStyle/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zh-CN" sz="2000" b="1" i="0" u="sng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缩痕</a:t>
            </a:r>
            <a:r>
              <a:rPr kumimoji="0" lang="zh-CN" altLang="en-US" sz="2000" b="1" i="0" u="sng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估算</a:t>
            </a:r>
            <a:endParaRPr kumimoji="0" lang="zh-CN" altLang="zh-CN" sz="33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ea"/>
              <a:ea typeface="+mj-ea"/>
              <a:cs typeface="+mj-cs"/>
            </a:endParaRPr>
          </a:p>
        </p:txBody>
      </p:sp>
      <p:graphicFrame>
        <p:nvGraphicFramePr>
          <p:cNvPr id="7" name="Group 28"/>
          <p:cNvGraphicFramePr>
            <a:graphicFrameLocks noGrp="1"/>
          </p:cNvGraphicFramePr>
          <p:nvPr/>
        </p:nvGraphicFramePr>
        <p:xfrm>
          <a:off x="0" y="6121400"/>
          <a:ext cx="9144000" cy="692150"/>
        </p:xfrm>
        <a:graphic>
          <a:graphicData uri="http://schemas.openxmlformats.org/drawingml/2006/table">
            <a:tbl>
              <a:tblPr/>
              <a:tblGrid>
                <a:gridCol w="1552755"/>
                <a:gridCol w="7591245"/>
              </a:tblGrid>
              <a:tr h="3460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结果说明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T="45655" marB="45655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缩痕</a:t>
                      </a:r>
                      <a:r>
                        <a:rPr kumimoji="0" lang="zh-CN" altLang="en-US" sz="12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深度</a:t>
                      </a:r>
                      <a:r>
                        <a:rPr kumimoji="0" lang="en-US" altLang="zh-CN" sz="12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&gt;0.03mm</a:t>
                      </a:r>
                      <a:r>
                        <a:rPr kumimoji="0" lang="zh-CN" altLang="zh-CN" sz="12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，本产品缩痕可见。</a:t>
                      </a:r>
                      <a:endParaRPr kumimoji="0" lang="zh-CN" altLang="zh-CN" sz="12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T="45655" marB="45655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分析要求 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T="45655" marB="45655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zh-CN" altLang="zh-CN" sz="120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油漆件、电镀件</a:t>
                      </a:r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&lt;0.03mm</a:t>
                      </a:r>
                      <a:r>
                        <a:rPr lang="zh-CN" altLang="zh-CN" sz="120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，高光</a:t>
                      </a:r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&lt;0.01mm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T="45655" marB="45655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137275" y="200025"/>
            <a:ext cx="3006725" cy="417513"/>
          </a:xfrm>
        </p:spPr>
        <p:txBody>
          <a:bodyPr vert="horz" wrap="square" lIns="91440" tIns="45720" rIns="91440" bIns="45720" numCol="1" rtlCol="0" anchor="ctr" anchorCtr="0" compatLnSpc="1">
            <a:normAutofit/>
          </a:bodyPr>
          <a:lstStyle/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zh-CN" sz="2000" b="1" i="0" u="sng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变形，所有因数，总变形</a:t>
            </a:r>
            <a:endParaRPr kumimoji="0" lang="zh-CN" altLang="zh-CN" sz="33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ea"/>
              <a:ea typeface="+mj-ea"/>
              <a:cs typeface="+mj-cs"/>
            </a:endParaRPr>
          </a:p>
        </p:txBody>
      </p:sp>
      <p:sp>
        <p:nvSpPr>
          <p:cNvPr id="26626" name="文本框 11"/>
          <p:cNvSpPr txBox="1"/>
          <p:nvPr/>
        </p:nvSpPr>
        <p:spPr>
          <a:xfrm>
            <a:off x="3132138" y="5445125"/>
            <a:ext cx="2011362" cy="368300"/>
          </a:xfrm>
          <a:prstGeom prst="rect">
            <a:avLst/>
          </a:prstGeom>
          <a:noFill/>
          <a:ln w="9525">
            <a:noFill/>
          </a:ln>
        </p:spPr>
        <p:txBody>
          <a:bodyPr wrap="none" anchor="t" anchorCtr="0">
            <a:spAutoFit/>
          </a:bodyPr>
          <a:p>
            <a:r>
              <a:rPr lang="zh-CN" altLang="en-US" dirty="0">
                <a:latin typeface="Arial" panose="020B0604020202020204" pitchFamily="34" charset="0"/>
              </a:rPr>
              <a:t>方案的总体变形量</a:t>
            </a:r>
            <a:endParaRPr lang="zh-C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标题 4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137275" y="200025"/>
            <a:ext cx="3006725" cy="417513"/>
          </a:xfrm>
        </p:spPr>
        <p:txBody>
          <a:bodyPr vert="horz" wrap="square" lIns="91440" tIns="45720" rIns="91440" bIns="45720" numCol="1" rtlCol="0" anchor="ctr" anchorCtr="0" compatLnSpc="1">
            <a:normAutofit/>
          </a:bodyPr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zh-CN" sz="2000" b="1" i="0" u="sng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变形，所有因素</a:t>
            </a:r>
            <a:r>
              <a:rPr kumimoji="0" lang="zh-CN" altLang="en-US" sz="2000" b="1" i="0" u="sng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：</a:t>
            </a:r>
            <a:r>
              <a:rPr kumimoji="0" lang="en-US" altLang="zh-CN" sz="2000" b="1" i="0" u="sng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X</a:t>
            </a:r>
            <a:r>
              <a:rPr kumimoji="0" lang="zh-CN" altLang="en-US" sz="2000" b="1" i="0" u="sng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方向</a:t>
            </a:r>
            <a:endParaRPr kumimoji="0" lang="zh-CN" altLang="zh-CN" sz="33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ea"/>
              <a:ea typeface="+mj-ea"/>
              <a:cs typeface="+mj-cs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5013325"/>
            <a:ext cx="1097280" cy="15621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137275" y="200025"/>
            <a:ext cx="3006725" cy="417513"/>
          </a:xfrm>
        </p:spPr>
        <p:txBody>
          <a:bodyPr vert="horz" wrap="square" lIns="91440" tIns="45720" rIns="91440" bIns="45720" numCol="1" rtlCol="0" anchor="ctr" anchorCtr="0" compatLnSpc="1">
            <a:normAutofit/>
          </a:bodyPr>
          <a:lstStyle/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zh-CN" sz="2000" b="1" i="0" u="sng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变形，所有因素</a:t>
            </a:r>
            <a:r>
              <a:rPr kumimoji="0" lang="zh-CN" altLang="en-US" sz="2000" b="1" i="0" u="sng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：</a:t>
            </a:r>
            <a:r>
              <a:rPr kumimoji="0" lang="en-US" altLang="zh-CN" sz="2000" b="1" i="0" u="sng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Y</a:t>
            </a:r>
            <a:r>
              <a:rPr kumimoji="0" lang="zh-CN" altLang="en-US" sz="2000" b="1" i="0" u="sng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方向</a:t>
            </a:r>
            <a:endParaRPr kumimoji="0" lang="zh-CN" altLang="zh-CN" sz="33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ea"/>
              <a:ea typeface="+mj-ea"/>
              <a:cs typeface="+mj-cs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0" y="5013325"/>
            <a:ext cx="1097280" cy="15621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137275" y="200025"/>
            <a:ext cx="3006725" cy="417513"/>
          </a:xfrm>
        </p:spPr>
        <p:txBody>
          <a:bodyPr vert="horz" wrap="square" lIns="91440" tIns="45720" rIns="91440" bIns="45720" numCol="1" rtlCol="0" anchor="ctr" anchorCtr="0" compatLnSpc="1">
            <a:normAutofit/>
          </a:bodyPr>
          <a:lstStyle/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zh-CN" sz="2000" b="1" i="0" u="sng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变形，所有因素</a:t>
            </a:r>
            <a:r>
              <a:rPr kumimoji="0" lang="zh-CN" altLang="en-US" sz="2000" b="1" i="0" u="sng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：</a:t>
            </a:r>
            <a:r>
              <a:rPr kumimoji="0" lang="en-US" altLang="zh-CN" sz="2000" b="1" i="0" u="sng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Z</a:t>
            </a:r>
            <a:r>
              <a:rPr kumimoji="0" lang="zh-CN" altLang="en-US" sz="2000" b="1" i="0" u="sng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方向</a:t>
            </a:r>
            <a:endParaRPr kumimoji="0" lang="zh-CN" altLang="zh-CN" sz="33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ea"/>
              <a:ea typeface="+mj-ea"/>
              <a:cs typeface="+mj-cs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1960" y="4941570"/>
            <a:ext cx="1082040" cy="16078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7889" name="Picture 48" descr="j043524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16113" y="1087438"/>
            <a:ext cx="5557837" cy="5038725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7890" name="文本框 1"/>
          <p:cNvSpPr txBox="1"/>
          <p:nvPr/>
        </p:nvSpPr>
        <p:spPr>
          <a:xfrm>
            <a:off x="3482975" y="4872038"/>
            <a:ext cx="3132138" cy="1014412"/>
          </a:xfrm>
          <a:prstGeom prst="rect">
            <a:avLst/>
          </a:prstGeom>
          <a:noFill/>
          <a:ln w="9525">
            <a:noFill/>
          </a:ln>
        </p:spPr>
        <p:txBody>
          <a:bodyPr anchor="t" anchorCtr="0">
            <a:spAutoFit/>
          </a:bodyPr>
          <a:p>
            <a:r>
              <a:rPr lang="zh-CN" altLang="en-US" sz="6000" dirty="0">
                <a:latin typeface="Arial" panose="020B0604020202020204" pitchFamily="34" charset="0"/>
              </a:rPr>
              <a:t>Thanks</a:t>
            </a:r>
            <a:endParaRPr lang="zh-CN" altLang="en-US" sz="6000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BEAUTIFY_FLAG" val=""/>
</p:tagLst>
</file>

<file path=ppt/tags/tag2.xml><?xml version="1.0" encoding="utf-8"?>
<p:tagLst xmlns:p="http://schemas.openxmlformats.org/presentationml/2006/main">
  <p:tag name="KSO_WM_BEAUTIFY_FLAG" val=""/>
</p:tagLst>
</file>

<file path=ppt/tags/tag3.xml><?xml version="1.0" encoding="utf-8"?>
<p:tagLst xmlns:p="http://schemas.openxmlformats.org/presentationml/2006/main">
  <p:tag name="commondata" val="eyJoZGlkIjoiN2RmM2YxOTFlZDVmNTk3OGQ3M2UwNTZiNGYwMmY3ZGUifQ=="/>
</p:tagLst>
</file>

<file path=ppt/theme/theme1.xml><?xml version="1.0" encoding="utf-8"?>
<a:theme xmlns:a="http://schemas.openxmlformats.org/drawingml/2006/main" name="自定义设计方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solidFill>
            <a:srgbClr val="FF0000"/>
          </a:solidFill>
        </a:ln>
      </a:spPr>
      <a:bodyPr rtlCol="0" anchor="ctr"/>
      <a:lstStyle>
        <a:defPPr algn="ctr">
          <a:defRPr lang="zh-CN" altLang="en-US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rgbClr val="FF0000"/>
          </a:solidFill>
          <a:headEnd type="none"/>
          <a:tailEnd type="arrow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1655</Words>
  <Application>WPS 演示</Application>
  <PresentationFormat>全屏显示(4:3)</PresentationFormat>
  <Paragraphs>226</Paragraphs>
  <Slides>17</Slides>
  <Notes>17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27" baseType="lpstr">
      <vt:lpstr>Arial</vt:lpstr>
      <vt:lpstr>宋体</vt:lpstr>
      <vt:lpstr>Wingdings</vt:lpstr>
      <vt:lpstr>Calibri Light</vt:lpstr>
      <vt:lpstr>Calibri</vt:lpstr>
      <vt:lpstr>Times New Roman</vt:lpstr>
      <vt:lpstr>微软雅黑</vt:lpstr>
      <vt:lpstr>等线 Light</vt:lpstr>
      <vt:lpstr>Arial Unicode MS</vt:lpstr>
      <vt:lpstr>自定义设计方案</vt:lpstr>
      <vt:lpstr>PowerPoint 演示文稿</vt:lpstr>
      <vt:lpstr>产品网格质量统计</vt:lpstr>
      <vt:lpstr>材料信息</vt:lpstr>
      <vt:lpstr>动态填充动画</vt:lpstr>
      <vt:lpstr>压力</vt:lpstr>
      <vt:lpstr>V/P转换及其压力分布</vt:lpstr>
      <vt:lpstr>注射位置处压力XY图</vt:lpstr>
      <vt:lpstr>流动前沿温度</vt:lpstr>
      <vt:lpstr>锁模力：XY图</vt:lpstr>
      <vt:lpstr>熔接线</vt:lpstr>
      <vt:lpstr>体积收缩率</vt:lpstr>
      <vt:lpstr>缩痕估算</vt:lpstr>
      <vt:lpstr>变形，所有因数，总变形</vt:lpstr>
      <vt:lpstr>变形，所有因素：X方向</vt:lpstr>
      <vt:lpstr>变形，所有因素：Y方向</vt:lpstr>
      <vt:lpstr>变形，所有因素：Z方向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Moldflow Analysis Report</dc:title>
  <dc:creator>sunny325</dc:creator>
  <cp:lastModifiedBy>Always、</cp:lastModifiedBy>
  <cp:revision>5422</cp:revision>
  <dcterms:created xsi:type="dcterms:W3CDTF">2007-01-03T21:19:00Z</dcterms:created>
  <dcterms:modified xsi:type="dcterms:W3CDTF">2026-09-08T13:44:32Z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RDDoctype">
    <vt:lpwstr/>
  </property>
  <property fmtid="{D5CDD505-2E9C-101B-9397-08002B2CF9AE}" pid="3" name="ifb3f1d5afe843feb8b1029f02e3771f">
    <vt:lpwstr/>
  </property>
  <property fmtid="{D5CDD505-2E9C-101B-9397-08002B2CF9AE}" pid="4" name="TaxCatchAll">
    <vt:lpwstr/>
  </property>
  <property fmtid="{D5CDD505-2E9C-101B-9397-08002B2CF9AE}" pid="5" name="_dlc_DocId">
    <vt:lpwstr>GRIC03-38091783-38</vt:lpwstr>
  </property>
  <property fmtid="{D5CDD505-2E9C-101B-9397-08002B2CF9AE}" pid="6" name="_dlc_DocIdItemGuid">
    <vt:lpwstr>cd2be567-359e-4bd5-91da-754be35f4949</vt:lpwstr>
  </property>
  <property fmtid="{D5CDD505-2E9C-101B-9397-08002B2CF9AE}" pid="7" name="_dlc_DocIdUrl">
    <vt:lpwstr>http://intranet.geely.com/collaboration/C03/G-Mold-Development-Department/_layouts/15/DocIdRedir.aspx?ID=GRIC03-38091783-38, GRIC03-38091783-38</vt:lpwstr>
  </property>
  <property fmtid="{D5CDD505-2E9C-101B-9397-08002B2CF9AE}" pid="8" name="KSOProductBuildVer">
    <vt:lpwstr>2052-12.1.0.22089</vt:lpwstr>
  </property>
  <property fmtid="{D5CDD505-2E9C-101B-9397-08002B2CF9AE}" pid="9" name="ICV">
    <vt:lpwstr>3E0CDC6D4B7443C3B9A732ED5C80B53C_13</vt:lpwstr>
  </property>
</Properties>
</file>